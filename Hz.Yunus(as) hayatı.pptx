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digiana Toybox Bold" panose="020B0604020202020204" charset="-94"/>
      <p:regular r:id="rId10"/>
    </p:embeddedFont>
    <p:embeddedFont>
      <p:font typeface="Anton" pitchFamily="2" charset="-94"/>
      <p:regular r:id="rId11"/>
    </p:embeddedFont>
    <p:embeddedFont>
      <p:font typeface="Horizon" panose="020B0604020202020204" charset="-94"/>
      <p:regular r:id="rId12"/>
    </p:embeddedFont>
    <p:embeddedFont>
      <p:font typeface="ITC Avant Garde Gothic Bold" panose="020B0604020202020204" charset="-94"/>
      <p:regular r:id="rId13"/>
    </p:embeddedFont>
    <p:embeddedFont>
      <p:font typeface="Klein" panose="020B0604020202020204" charset="0"/>
      <p:regular r:id="rId14"/>
    </p:embeddedFont>
    <p:embeddedFont>
      <p:font typeface="Klein Bold" panose="020B0604020202020204" charset="0"/>
      <p:regular r:id="rId15"/>
    </p:embeddedFont>
    <p:embeddedFont>
      <p:font typeface="Klein Heavy" panose="020B0604020202020204" charset="0"/>
      <p:regular r:id="rId16"/>
    </p:embeddedFont>
    <p:embeddedFont>
      <p:font typeface="League Spartan"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3" d="100"/>
          <a:sy n="73" d="100"/>
        </p:scale>
        <p:origin x="59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1028700" y="660847"/>
            <a:ext cx="5157100" cy="6785176"/>
          </a:xfrm>
          <a:prstGeom prst="rect">
            <a:avLst/>
          </a:prstGeom>
        </p:spPr>
        <p:txBody>
          <a:bodyPr lIns="0" tIns="0" rIns="0" bIns="0" rtlCol="0" anchor="t">
            <a:spAutoFit/>
          </a:bodyPr>
          <a:lstStyle/>
          <a:p>
            <a:pPr algn="ctr">
              <a:lnSpc>
                <a:spcPts val="55463"/>
              </a:lnSpc>
            </a:pPr>
            <a:r>
              <a:rPr lang="en-US" sz="39617">
                <a:gradFill>
                  <a:gsLst>
                    <a:gs pos="0">
                      <a:srgbClr val="000000">
                        <a:alpha val="100000"/>
                      </a:srgbClr>
                    </a:gs>
                    <a:gs pos="100000">
                      <a:srgbClr val="FFFFFF">
                        <a:alpha val="100000"/>
                      </a:srgbClr>
                    </a:gs>
                  </a:gsLst>
                  <a:lin ang="0"/>
                </a:gradFill>
                <a:latin typeface="Anton"/>
                <a:ea typeface="Anton"/>
                <a:cs typeface="Anton"/>
                <a:sym typeface="Anton"/>
              </a:rPr>
              <a:t>I</a:t>
            </a:r>
          </a:p>
        </p:txBody>
      </p:sp>
      <p:sp>
        <p:nvSpPr>
          <p:cNvPr id="4" name="TextBox 4"/>
          <p:cNvSpPr txBox="1"/>
          <p:nvPr/>
        </p:nvSpPr>
        <p:spPr>
          <a:xfrm>
            <a:off x="5104641" y="660847"/>
            <a:ext cx="5157100" cy="6785176"/>
          </a:xfrm>
          <a:prstGeom prst="rect">
            <a:avLst/>
          </a:prstGeom>
        </p:spPr>
        <p:txBody>
          <a:bodyPr lIns="0" tIns="0" rIns="0" bIns="0" rtlCol="0" anchor="t">
            <a:spAutoFit/>
          </a:bodyPr>
          <a:lstStyle/>
          <a:p>
            <a:pPr algn="ctr">
              <a:lnSpc>
                <a:spcPts val="55463"/>
              </a:lnSpc>
            </a:pPr>
            <a:r>
              <a:rPr lang="en-US" sz="39617" dirty="0">
                <a:gradFill>
                  <a:gsLst>
                    <a:gs pos="0">
                      <a:srgbClr val="000000">
                        <a:alpha val="100000"/>
                      </a:srgbClr>
                    </a:gs>
                    <a:gs pos="100000">
                      <a:srgbClr val="FFFFFF">
                        <a:alpha val="100000"/>
                      </a:srgbClr>
                    </a:gs>
                  </a:gsLst>
                  <a:lin ang="0"/>
                </a:gradFill>
                <a:latin typeface="Anton"/>
                <a:ea typeface="Anton"/>
                <a:cs typeface="Anton"/>
                <a:sym typeface="Anton"/>
              </a:rPr>
              <a:t>S</a:t>
            </a:r>
          </a:p>
        </p:txBody>
      </p:sp>
      <p:sp>
        <p:nvSpPr>
          <p:cNvPr id="5" name="TextBox 5"/>
          <p:cNvSpPr txBox="1"/>
          <p:nvPr/>
        </p:nvSpPr>
        <p:spPr>
          <a:xfrm>
            <a:off x="2742216" y="660847"/>
            <a:ext cx="5157100" cy="6785176"/>
          </a:xfrm>
          <a:prstGeom prst="rect">
            <a:avLst/>
          </a:prstGeom>
        </p:spPr>
        <p:txBody>
          <a:bodyPr lIns="0" tIns="0" rIns="0" bIns="0" rtlCol="0" anchor="t">
            <a:spAutoFit/>
          </a:bodyPr>
          <a:lstStyle/>
          <a:p>
            <a:pPr algn="ctr">
              <a:lnSpc>
                <a:spcPts val="55463"/>
              </a:lnSpc>
            </a:pPr>
            <a:r>
              <a:rPr lang="en-US" sz="39617" dirty="0">
                <a:gradFill>
                  <a:gsLst>
                    <a:gs pos="0">
                      <a:srgbClr val="000000">
                        <a:alpha val="100000"/>
                      </a:srgbClr>
                    </a:gs>
                    <a:gs pos="100000">
                      <a:srgbClr val="FFFFFF">
                        <a:alpha val="100000"/>
                      </a:srgbClr>
                    </a:gs>
                  </a:gsLst>
                  <a:lin ang="0"/>
                </a:gradFill>
                <a:latin typeface="Anton"/>
                <a:ea typeface="Anton"/>
                <a:cs typeface="Anton"/>
                <a:sym typeface="Anton"/>
              </a:rPr>
              <a:t>S</a:t>
            </a:r>
          </a:p>
        </p:txBody>
      </p:sp>
      <p:sp>
        <p:nvSpPr>
          <p:cNvPr id="6" name="TextBox 6"/>
          <p:cNvSpPr txBox="1"/>
          <p:nvPr/>
        </p:nvSpPr>
        <p:spPr>
          <a:xfrm>
            <a:off x="7480757" y="660847"/>
            <a:ext cx="5157100" cy="6785176"/>
          </a:xfrm>
          <a:prstGeom prst="rect">
            <a:avLst/>
          </a:prstGeom>
        </p:spPr>
        <p:txBody>
          <a:bodyPr lIns="0" tIns="0" rIns="0" bIns="0" rtlCol="0" anchor="t">
            <a:spAutoFit/>
          </a:bodyPr>
          <a:lstStyle/>
          <a:p>
            <a:pPr algn="ctr">
              <a:lnSpc>
                <a:spcPts val="55463"/>
              </a:lnSpc>
            </a:pPr>
            <a:r>
              <a:rPr lang="en-US" sz="39617">
                <a:gradFill>
                  <a:gsLst>
                    <a:gs pos="0">
                      <a:srgbClr val="000000">
                        <a:alpha val="100000"/>
                      </a:srgbClr>
                    </a:gs>
                    <a:gs pos="100000">
                      <a:srgbClr val="FFFFFF">
                        <a:alpha val="100000"/>
                      </a:srgbClr>
                    </a:gs>
                  </a:gsLst>
                  <a:lin ang="0"/>
                </a:gradFill>
                <a:latin typeface="Anton"/>
                <a:ea typeface="Anton"/>
                <a:cs typeface="Anton"/>
                <a:sym typeface="Anton"/>
              </a:rPr>
              <a:t>A</a:t>
            </a:r>
          </a:p>
        </p:txBody>
      </p:sp>
      <p:sp>
        <p:nvSpPr>
          <p:cNvPr id="7" name="AutoShape 7"/>
          <p:cNvSpPr/>
          <p:nvPr/>
        </p:nvSpPr>
        <p:spPr>
          <a:xfrm>
            <a:off x="1028700" y="9239250"/>
            <a:ext cx="16230600" cy="0"/>
          </a:xfrm>
          <a:prstGeom prst="line">
            <a:avLst/>
          </a:prstGeom>
          <a:ln w="38100" cap="flat">
            <a:solidFill>
              <a:srgbClr val="000000"/>
            </a:solidFill>
            <a:prstDash val="solid"/>
            <a:headEnd type="none" w="sm" len="sm"/>
            <a:tailEnd type="none" w="sm" len="sm"/>
          </a:ln>
        </p:spPr>
      </p:sp>
      <p:sp>
        <p:nvSpPr>
          <p:cNvPr id="8" name="Freeform 8"/>
          <p:cNvSpPr/>
          <p:nvPr/>
        </p:nvSpPr>
        <p:spPr>
          <a:xfrm rot="1040445">
            <a:off x="12901041" y="1262873"/>
            <a:ext cx="4032504" cy="4114800"/>
          </a:xfrm>
          <a:custGeom>
            <a:avLst/>
            <a:gdLst/>
            <a:ahLst/>
            <a:cxnLst/>
            <a:rect l="l" t="t" r="r" b="b"/>
            <a:pathLst>
              <a:path w="4032504" h="4114800">
                <a:moveTo>
                  <a:pt x="0" y="0"/>
                </a:moveTo>
                <a:lnTo>
                  <a:pt x="4032504" y="0"/>
                </a:lnTo>
                <a:lnTo>
                  <a:pt x="403250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13785270" y="8831432"/>
            <a:ext cx="3474030" cy="207645"/>
          </a:xfrm>
          <a:prstGeom prst="rect">
            <a:avLst/>
          </a:prstGeom>
        </p:spPr>
        <p:txBody>
          <a:bodyPr lIns="0" tIns="0" rIns="0" bIns="0" rtlCol="0" anchor="t">
            <a:spAutoFit/>
          </a:bodyPr>
          <a:lstStyle/>
          <a:p>
            <a:pPr marL="0" lvl="0" indent="0" algn="r">
              <a:lnSpc>
                <a:spcPts val="1679"/>
              </a:lnSpc>
              <a:spcBef>
                <a:spcPct val="0"/>
              </a:spcBef>
            </a:pPr>
            <a:r>
              <a:rPr lang="en-US" sz="1199" spc="347">
                <a:solidFill>
                  <a:srgbClr val="000000"/>
                </a:solidFill>
                <a:latin typeface="Klein"/>
                <a:ea typeface="Klein"/>
                <a:cs typeface="Klein"/>
                <a:sym typeface="Klein"/>
              </a:rPr>
              <a:t>Yunus Emin Sunar...</a:t>
            </a:r>
          </a:p>
        </p:txBody>
      </p:sp>
      <p:sp>
        <p:nvSpPr>
          <p:cNvPr id="10" name="TextBox 10"/>
          <p:cNvSpPr txBox="1"/>
          <p:nvPr/>
        </p:nvSpPr>
        <p:spPr>
          <a:xfrm rot="1047996">
            <a:off x="13216564" y="2259505"/>
            <a:ext cx="3395740" cy="2139708"/>
          </a:xfrm>
          <a:prstGeom prst="rect">
            <a:avLst/>
          </a:prstGeom>
        </p:spPr>
        <p:txBody>
          <a:bodyPr lIns="0" tIns="0" rIns="0" bIns="0" rtlCol="0" anchor="t">
            <a:spAutoFit/>
          </a:bodyPr>
          <a:lstStyle/>
          <a:p>
            <a:pPr algn="ctr">
              <a:lnSpc>
                <a:spcPts val="5619"/>
              </a:lnSpc>
            </a:pPr>
            <a:r>
              <a:rPr lang="en-US" sz="4972" b="1">
                <a:solidFill>
                  <a:srgbClr val="000000"/>
                </a:solidFill>
                <a:latin typeface="Klein Heavy"/>
                <a:ea typeface="Klein Heavy"/>
                <a:cs typeface="Klein Heavy"/>
                <a:sym typeface="Klein Heavy"/>
              </a:rPr>
              <a:t>HZ.YUNUS(AS) HAYATI</a:t>
            </a:r>
          </a:p>
        </p:txBody>
      </p:sp>
      <p:sp>
        <p:nvSpPr>
          <p:cNvPr id="11" name="TextBox 11"/>
          <p:cNvSpPr txBox="1"/>
          <p:nvPr/>
        </p:nvSpPr>
        <p:spPr>
          <a:xfrm>
            <a:off x="-1061335" y="660847"/>
            <a:ext cx="5157100" cy="6785176"/>
          </a:xfrm>
          <a:prstGeom prst="rect">
            <a:avLst/>
          </a:prstGeom>
        </p:spPr>
        <p:txBody>
          <a:bodyPr lIns="0" tIns="0" rIns="0" bIns="0" rtlCol="0" anchor="t">
            <a:spAutoFit/>
          </a:bodyPr>
          <a:lstStyle/>
          <a:p>
            <a:pPr algn="ctr">
              <a:lnSpc>
                <a:spcPts val="55463"/>
              </a:lnSpc>
            </a:pPr>
            <a:r>
              <a:rPr lang="en-US" sz="39617">
                <a:gradFill>
                  <a:gsLst>
                    <a:gs pos="0">
                      <a:srgbClr val="000000">
                        <a:alpha val="100000"/>
                      </a:srgbClr>
                    </a:gs>
                    <a:gs pos="100000">
                      <a:srgbClr val="FFFFFF">
                        <a:alpha val="100000"/>
                      </a:srgbClr>
                    </a:gs>
                  </a:gsLst>
                  <a:lin ang="0"/>
                </a:gradFill>
                <a:latin typeface="Anton"/>
                <a:ea typeface="Anton"/>
                <a:cs typeface="Anton"/>
                <a:sym typeface="Anton"/>
              </a:rPr>
              <a:t>K</a:t>
            </a:r>
          </a:p>
        </p:txBody>
      </p:sp>
      <p:sp>
        <p:nvSpPr>
          <p:cNvPr id="12" name="TextBox 12"/>
          <p:cNvSpPr txBox="1"/>
          <p:nvPr/>
        </p:nvSpPr>
        <p:spPr>
          <a:xfrm>
            <a:off x="3043706" y="114300"/>
            <a:ext cx="5271688" cy="1503150"/>
          </a:xfrm>
          <a:prstGeom prst="rect">
            <a:avLst/>
          </a:prstGeom>
        </p:spPr>
        <p:txBody>
          <a:bodyPr wrap="square" lIns="0" tIns="0" rIns="0" bIns="0" rtlCol="0" anchor="t">
            <a:spAutoFit/>
          </a:bodyPr>
          <a:lstStyle/>
          <a:p>
            <a:pPr algn="ctr">
              <a:lnSpc>
                <a:spcPts val="12382"/>
              </a:lnSpc>
            </a:pPr>
            <a:r>
              <a:rPr lang="en-US" sz="8844" dirty="0" err="1">
                <a:solidFill>
                  <a:srgbClr val="000000"/>
                </a:solidFill>
                <a:latin typeface="Anton"/>
                <a:ea typeface="Anton"/>
                <a:cs typeface="Anton"/>
                <a:sym typeface="Anton"/>
              </a:rPr>
              <a:t>Peygamber</a:t>
            </a:r>
            <a:endParaRPr lang="en-US" sz="8844" dirty="0">
              <a:solidFill>
                <a:srgbClr val="000000"/>
              </a:solidFill>
              <a:latin typeface="Anton"/>
              <a:ea typeface="Anton"/>
              <a:cs typeface="Anton"/>
              <a:sym typeface="Anton"/>
            </a:endParaRPr>
          </a:p>
        </p:txBody>
      </p:sp>
      <p:sp>
        <p:nvSpPr>
          <p:cNvPr id="13" name="TextBox 13"/>
          <p:cNvSpPr txBox="1"/>
          <p:nvPr/>
        </p:nvSpPr>
        <p:spPr>
          <a:xfrm>
            <a:off x="3058946" y="6247611"/>
            <a:ext cx="5256448" cy="876381"/>
          </a:xfrm>
          <a:prstGeom prst="rect">
            <a:avLst/>
          </a:prstGeom>
        </p:spPr>
        <p:txBody>
          <a:bodyPr lIns="0" tIns="0" rIns="0" bIns="0" rtlCol="0" anchor="t">
            <a:spAutoFit/>
          </a:bodyPr>
          <a:lstStyle/>
          <a:p>
            <a:pPr algn="ctr">
              <a:lnSpc>
                <a:spcPts val="7123"/>
              </a:lnSpc>
            </a:pPr>
            <a:r>
              <a:rPr lang="en-US" sz="5088" dirty="0" err="1">
                <a:solidFill>
                  <a:srgbClr val="000000"/>
                </a:solidFill>
                <a:latin typeface="League Spartan"/>
                <a:ea typeface="League Spartan"/>
                <a:cs typeface="League Spartan"/>
                <a:sym typeface="League Spartan"/>
              </a:rPr>
              <a:t>ları</a:t>
            </a:r>
            <a:endParaRPr lang="en-US" sz="5088" dirty="0">
              <a:solidFill>
                <a:srgbClr val="000000"/>
              </a:solidFill>
              <a:latin typeface="League Spartan"/>
              <a:ea typeface="League Spartan"/>
              <a:cs typeface="League Spartan"/>
              <a:sym typeface="League Spartan"/>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AutoShape 3"/>
          <p:cNvSpPr/>
          <p:nvPr/>
        </p:nvSpPr>
        <p:spPr>
          <a:xfrm>
            <a:off x="415642" y="9239250"/>
            <a:ext cx="17456716" cy="0"/>
          </a:xfrm>
          <a:prstGeom prst="line">
            <a:avLst/>
          </a:prstGeom>
          <a:ln w="38100" cap="flat">
            <a:solidFill>
              <a:srgbClr val="000000"/>
            </a:solidFill>
            <a:prstDash val="solid"/>
            <a:headEnd type="none" w="sm" len="sm"/>
            <a:tailEnd type="none" w="sm" len="sm"/>
          </a:ln>
        </p:spPr>
      </p:sp>
      <p:sp>
        <p:nvSpPr>
          <p:cNvPr id="4" name="TextBox 4"/>
          <p:cNvSpPr txBox="1"/>
          <p:nvPr/>
        </p:nvSpPr>
        <p:spPr>
          <a:xfrm>
            <a:off x="826147" y="591605"/>
            <a:ext cx="6097274" cy="1565644"/>
          </a:xfrm>
          <a:prstGeom prst="rect">
            <a:avLst/>
          </a:prstGeom>
        </p:spPr>
        <p:txBody>
          <a:bodyPr lIns="0" tIns="0" rIns="0" bIns="0" rtlCol="0" anchor="t">
            <a:spAutoFit/>
          </a:bodyPr>
          <a:lstStyle/>
          <a:p>
            <a:pPr algn="l">
              <a:lnSpc>
                <a:spcPts val="10147"/>
              </a:lnSpc>
            </a:pPr>
            <a:r>
              <a:rPr lang="en-US" sz="10354" b="1" spc="-207">
                <a:solidFill>
                  <a:srgbClr val="545454"/>
                </a:solidFill>
                <a:latin typeface="ITC Avant Garde Gothic Bold"/>
                <a:ea typeface="ITC Avant Garde Gothic Bold"/>
                <a:cs typeface="ITC Avant Garde Gothic Bold"/>
                <a:sym typeface="ITC Avant Garde Gothic Bold"/>
              </a:rPr>
              <a:t>Ninova</a:t>
            </a:r>
          </a:p>
        </p:txBody>
      </p:sp>
      <p:sp>
        <p:nvSpPr>
          <p:cNvPr id="5" name="TextBox 5"/>
          <p:cNvSpPr txBox="1"/>
          <p:nvPr/>
        </p:nvSpPr>
        <p:spPr>
          <a:xfrm>
            <a:off x="613058" y="2758787"/>
            <a:ext cx="16792947" cy="5594209"/>
          </a:xfrm>
          <a:prstGeom prst="rect">
            <a:avLst/>
          </a:prstGeom>
        </p:spPr>
        <p:txBody>
          <a:bodyPr lIns="0" tIns="0" rIns="0" bIns="0" rtlCol="0" anchor="t">
            <a:spAutoFit/>
          </a:bodyPr>
          <a:lstStyle/>
          <a:p>
            <a:pPr algn="just">
              <a:lnSpc>
                <a:spcPts val="3153"/>
              </a:lnSpc>
            </a:pPr>
            <a:r>
              <a:rPr lang="en-US" sz="2252" b="1">
                <a:solidFill>
                  <a:srgbClr val="545454"/>
                </a:solidFill>
                <a:latin typeface="Klein Bold"/>
                <a:ea typeface="Klein Bold"/>
                <a:cs typeface="Klein Bold"/>
                <a:sym typeface="Klein Bold"/>
              </a:rPr>
              <a:t>Hz. Yunus’un peygamberlik serüveni, antik Mezopotamya’nın en büyük merkezlerinden biri olan Ninova’da başladı. Yaklaşık 100 binin üzerinde nüfusu olan bu şehir, maddi olarak çok zengin ancak manevi olarak derin bir yozlaşma içindeydi. Putperestlik ve zulüm hayatın bir parçası haline gelmişti. Her yerde sahtekarlık, kumar, put gibi eylemler vardı.</a:t>
            </a:r>
          </a:p>
          <a:p>
            <a:pPr algn="just">
              <a:lnSpc>
                <a:spcPts val="3153"/>
              </a:lnSpc>
            </a:pPr>
            <a:endParaRPr lang="en-US" sz="2252" b="1">
              <a:solidFill>
                <a:srgbClr val="545454"/>
              </a:solidFill>
              <a:latin typeface="Klein Bold"/>
              <a:ea typeface="Klein Bold"/>
              <a:cs typeface="Klein Bold"/>
              <a:sym typeface="Klein Bold"/>
            </a:endParaRPr>
          </a:p>
          <a:p>
            <a:pPr algn="just">
              <a:lnSpc>
                <a:spcPts val="3153"/>
              </a:lnSpc>
            </a:pPr>
            <a:endParaRPr lang="en-US" sz="2252" b="1">
              <a:solidFill>
                <a:srgbClr val="545454"/>
              </a:solidFill>
              <a:latin typeface="Klein Bold"/>
              <a:ea typeface="Klein Bold"/>
              <a:cs typeface="Klein Bold"/>
              <a:sym typeface="Klein Bold"/>
            </a:endParaRPr>
          </a:p>
          <a:p>
            <a:pPr algn="just">
              <a:lnSpc>
                <a:spcPts val="3153"/>
              </a:lnSpc>
            </a:pPr>
            <a:r>
              <a:rPr lang="en-US" sz="2252" b="1">
                <a:solidFill>
                  <a:srgbClr val="545454"/>
                </a:solidFill>
                <a:latin typeface="Klein Bold"/>
                <a:ea typeface="Klein Bold"/>
                <a:cs typeface="Klein Bold"/>
                <a:sym typeface="Klein Bold"/>
              </a:rPr>
              <a:t>Hz. Yunus, yıllarca bıkmadan usanmadan halkına dürüstlüğü ve tek bir yaratıcıya inanmayı anlattı. Ancak halk, sahip olduğu servet ve güce güvenerek onunla alay etti.</a:t>
            </a:r>
          </a:p>
          <a:p>
            <a:pPr algn="just">
              <a:lnSpc>
                <a:spcPts val="3153"/>
              </a:lnSpc>
            </a:pPr>
            <a:endParaRPr lang="en-US" sz="2252" b="1">
              <a:solidFill>
                <a:srgbClr val="545454"/>
              </a:solidFill>
              <a:latin typeface="Klein Bold"/>
              <a:ea typeface="Klein Bold"/>
              <a:cs typeface="Klein Bold"/>
              <a:sym typeface="Klein Bold"/>
            </a:endParaRPr>
          </a:p>
          <a:p>
            <a:pPr algn="just">
              <a:lnSpc>
                <a:spcPts val="3153"/>
              </a:lnSpc>
            </a:pPr>
            <a:r>
              <a:rPr lang="en-US" sz="2252" b="1">
                <a:solidFill>
                  <a:srgbClr val="545454"/>
                </a:solidFill>
                <a:latin typeface="Klein Bold"/>
                <a:ea typeface="Klein Bold"/>
                <a:cs typeface="Klein Bold"/>
                <a:sym typeface="Klein Bold"/>
              </a:rPr>
              <a:t>33 yıl boyunca tebliğe devam etti ama 100.000 kişi arasından sadece 2 kişi iman etmişti.</a:t>
            </a:r>
          </a:p>
          <a:p>
            <a:pPr algn="just">
              <a:lnSpc>
                <a:spcPts val="3153"/>
              </a:lnSpc>
            </a:pPr>
            <a:endParaRPr lang="en-US" sz="2252" b="1">
              <a:solidFill>
                <a:srgbClr val="545454"/>
              </a:solidFill>
              <a:latin typeface="Klein Bold"/>
              <a:ea typeface="Klein Bold"/>
              <a:cs typeface="Klein Bold"/>
              <a:sym typeface="Klein Bold"/>
            </a:endParaRPr>
          </a:p>
          <a:p>
            <a:pPr algn="just">
              <a:lnSpc>
                <a:spcPts val="3153"/>
              </a:lnSpc>
            </a:pPr>
            <a:r>
              <a:rPr lang="en-US" sz="2252" b="1">
                <a:solidFill>
                  <a:srgbClr val="545454"/>
                </a:solidFill>
                <a:latin typeface="Klein Bold"/>
                <a:ea typeface="Klein Bold"/>
                <a:cs typeface="Klein Bold"/>
                <a:sym typeface="Klein Bold"/>
              </a:rPr>
              <a:t>Ve Allah’a onların helakı için dua etti. En sonunda “Helak üzerinize gelmeden önce yüzleriniz sararacak.” diye bir alamet söyledi ama yine yalanladılar.</a:t>
            </a:r>
          </a:p>
          <a:p>
            <a:pPr algn="just">
              <a:lnSpc>
                <a:spcPts val="3153"/>
              </a:lnSpc>
            </a:pPr>
            <a:endParaRPr lang="en-US" sz="2252" b="1">
              <a:solidFill>
                <a:srgbClr val="545454"/>
              </a:solidFill>
              <a:latin typeface="Klein Bold"/>
              <a:ea typeface="Klein Bold"/>
              <a:cs typeface="Klein Bold"/>
              <a:sym typeface="Klein Bo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AutoShape 3"/>
          <p:cNvSpPr/>
          <p:nvPr/>
        </p:nvSpPr>
        <p:spPr>
          <a:xfrm>
            <a:off x="1028700" y="9239250"/>
            <a:ext cx="16230600" cy="0"/>
          </a:xfrm>
          <a:prstGeom prst="line">
            <a:avLst/>
          </a:prstGeom>
          <a:ln w="38100" cap="flat">
            <a:solidFill>
              <a:srgbClr val="000000"/>
            </a:solidFill>
            <a:prstDash val="solid"/>
            <a:headEnd type="none" w="sm" len="sm"/>
            <a:tailEnd type="none" w="sm" len="sm"/>
          </a:ln>
        </p:spPr>
      </p:sp>
      <p:sp>
        <p:nvSpPr>
          <p:cNvPr id="4" name="TextBox 4"/>
          <p:cNvSpPr txBox="1"/>
          <p:nvPr/>
        </p:nvSpPr>
        <p:spPr>
          <a:xfrm>
            <a:off x="1028700" y="1038225"/>
            <a:ext cx="10637655" cy="1565644"/>
          </a:xfrm>
          <a:prstGeom prst="rect">
            <a:avLst/>
          </a:prstGeom>
        </p:spPr>
        <p:txBody>
          <a:bodyPr lIns="0" tIns="0" rIns="0" bIns="0" rtlCol="0" anchor="t">
            <a:spAutoFit/>
          </a:bodyPr>
          <a:lstStyle/>
          <a:p>
            <a:pPr algn="l">
              <a:lnSpc>
                <a:spcPts val="10147"/>
              </a:lnSpc>
            </a:pPr>
            <a:r>
              <a:rPr lang="en-US" sz="10354" b="1" spc="-207">
                <a:solidFill>
                  <a:srgbClr val="545454"/>
                </a:solidFill>
                <a:latin typeface="ITC Avant Garde Gothic Bold"/>
                <a:ea typeface="ITC Avant Garde Gothic Bold"/>
                <a:cs typeface="ITC Avant Garde Gothic Bold"/>
                <a:sym typeface="ITC Avant Garde Gothic Bold"/>
              </a:rPr>
              <a:t>Şehri Terk Etme</a:t>
            </a:r>
          </a:p>
        </p:txBody>
      </p:sp>
      <p:sp>
        <p:nvSpPr>
          <p:cNvPr id="5" name="TextBox 5"/>
          <p:cNvSpPr txBox="1"/>
          <p:nvPr/>
        </p:nvSpPr>
        <p:spPr>
          <a:xfrm>
            <a:off x="1028700" y="3030612"/>
            <a:ext cx="15793863" cy="5438748"/>
          </a:xfrm>
          <a:prstGeom prst="rect">
            <a:avLst/>
          </a:prstGeom>
        </p:spPr>
        <p:txBody>
          <a:bodyPr lIns="0" tIns="0" rIns="0" bIns="0" rtlCol="0" anchor="t">
            <a:spAutoFit/>
          </a:bodyPr>
          <a:lstStyle/>
          <a:p>
            <a:pPr algn="just">
              <a:lnSpc>
                <a:spcPts val="3916"/>
              </a:lnSpc>
            </a:pPr>
            <a:r>
              <a:rPr lang="en-US" sz="2797" b="1" spc="64">
                <a:solidFill>
                  <a:srgbClr val="545454"/>
                </a:solidFill>
                <a:latin typeface="Klein Bold"/>
                <a:ea typeface="Klein Bold"/>
                <a:cs typeface="Klein Bold"/>
                <a:sym typeface="Klein Bold"/>
              </a:rPr>
              <a:t>Halkının bu tavrı Hz. Yunus’u derin bir hayal kırıklığına uğrattı. Allah’tan henüz şehri terk etmesine dair kesin bir emir gelmemiş olmasına rağmen, "Bu halk artık düzelmez" düşüncesiyle ve öfkeli bir ruh haliyle Ninova’yı terk etti. Sahile inip bir gemiye bindi. Gemi sahibi onun nurundan para almadı.</a:t>
            </a:r>
          </a:p>
          <a:p>
            <a:pPr algn="just">
              <a:lnSpc>
                <a:spcPts val="3916"/>
              </a:lnSpc>
            </a:pPr>
            <a:r>
              <a:rPr lang="en-US" sz="2797" b="1" spc="64">
                <a:solidFill>
                  <a:srgbClr val="545454"/>
                </a:solidFill>
                <a:latin typeface="Klein Bold"/>
                <a:ea typeface="Klein Bold"/>
                <a:cs typeface="Klein Bold"/>
                <a:sym typeface="Klein Bold"/>
              </a:rPr>
              <a:t>Sabah hava gayet iyi olmasına rağmen gemi seyralırken fırtına çıktı ve gemi su almaya başladı. Geminin kaptanı “Bu gemide efendisinden kaçan bir köle vardır!” der. Bunun üzerine Hz.Yunus’da “Bu gemide rabbinden kaçan bir kul vardır!” der ve o atılmassa geminin yürümeyeceğini söyler. Kendi atılmak istesede gemi halkı izin vermez. Kura çekerler. Kurada Hz.Yunus çıkar. Kabullenmezler ve birdaha çekerler. Sonuç 3. kez Hz.Yunus çıkınca onu atarlar.</a:t>
            </a:r>
          </a:p>
          <a:p>
            <a:pPr algn="just">
              <a:lnSpc>
                <a:spcPts val="3916"/>
              </a:lnSpc>
            </a:pPr>
            <a:endParaRPr lang="en-US" sz="2797" b="1" spc="64">
              <a:solidFill>
                <a:srgbClr val="545454"/>
              </a:solidFill>
              <a:latin typeface="Klein Bold"/>
              <a:ea typeface="Klein Bold"/>
              <a:cs typeface="Klein Bold"/>
              <a:sym typeface="Klein Bo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AutoShape 3"/>
          <p:cNvSpPr/>
          <p:nvPr/>
        </p:nvSpPr>
        <p:spPr>
          <a:xfrm>
            <a:off x="1028700" y="9239250"/>
            <a:ext cx="16230600" cy="0"/>
          </a:xfrm>
          <a:prstGeom prst="line">
            <a:avLst/>
          </a:prstGeom>
          <a:ln w="38100" cap="flat">
            <a:solidFill>
              <a:srgbClr val="000000"/>
            </a:solidFill>
            <a:prstDash val="solid"/>
            <a:headEnd type="none" w="sm" len="sm"/>
            <a:tailEnd type="none" w="sm" len="sm"/>
          </a:ln>
        </p:spPr>
      </p:sp>
      <p:sp>
        <p:nvSpPr>
          <p:cNvPr id="4" name="AutoShape 4"/>
          <p:cNvSpPr/>
          <p:nvPr/>
        </p:nvSpPr>
        <p:spPr>
          <a:xfrm>
            <a:off x="9700567" y="5289874"/>
            <a:ext cx="8587433" cy="0"/>
          </a:xfrm>
          <a:prstGeom prst="line">
            <a:avLst/>
          </a:prstGeom>
          <a:ln w="38100" cap="flat">
            <a:solidFill>
              <a:srgbClr val="000000"/>
            </a:solidFill>
            <a:prstDash val="solid"/>
            <a:headEnd type="none" w="sm" len="sm"/>
            <a:tailEnd type="none" w="sm" len="sm"/>
          </a:ln>
        </p:spPr>
      </p:sp>
      <p:sp>
        <p:nvSpPr>
          <p:cNvPr id="5" name="Freeform 5"/>
          <p:cNvSpPr/>
          <p:nvPr/>
        </p:nvSpPr>
        <p:spPr>
          <a:xfrm>
            <a:off x="14972532" y="1175074"/>
            <a:ext cx="2942082" cy="4114800"/>
          </a:xfrm>
          <a:custGeom>
            <a:avLst/>
            <a:gdLst/>
            <a:ahLst/>
            <a:cxnLst/>
            <a:rect l="l" t="t" r="r" b="b"/>
            <a:pathLst>
              <a:path w="2942082" h="4114800">
                <a:moveTo>
                  <a:pt x="0" y="0"/>
                </a:moveTo>
                <a:lnTo>
                  <a:pt x="2942082" y="0"/>
                </a:lnTo>
                <a:lnTo>
                  <a:pt x="294208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960272" y="614236"/>
            <a:ext cx="12551518" cy="1565644"/>
          </a:xfrm>
          <a:prstGeom prst="rect">
            <a:avLst/>
          </a:prstGeom>
        </p:spPr>
        <p:txBody>
          <a:bodyPr lIns="0" tIns="0" rIns="0" bIns="0" rtlCol="0" anchor="t">
            <a:spAutoFit/>
          </a:bodyPr>
          <a:lstStyle/>
          <a:p>
            <a:pPr algn="l">
              <a:lnSpc>
                <a:spcPts val="10147"/>
              </a:lnSpc>
            </a:pPr>
            <a:r>
              <a:rPr lang="en-US" sz="10354" b="1" spc="-207">
                <a:solidFill>
                  <a:srgbClr val="545454"/>
                </a:solidFill>
                <a:latin typeface="ITC Avant Garde Gothic Bold"/>
                <a:ea typeface="ITC Avant Garde Gothic Bold"/>
                <a:cs typeface="ITC Avant Garde Gothic Bold"/>
                <a:sym typeface="ITC Avant Garde Gothic Bold"/>
              </a:rPr>
              <a:t>Ninovaya dönelim:</a:t>
            </a:r>
          </a:p>
        </p:txBody>
      </p:sp>
      <p:sp>
        <p:nvSpPr>
          <p:cNvPr id="7" name="TextBox 7"/>
          <p:cNvSpPr txBox="1"/>
          <p:nvPr/>
        </p:nvSpPr>
        <p:spPr>
          <a:xfrm>
            <a:off x="804419" y="2656996"/>
            <a:ext cx="7957492" cy="4543606"/>
          </a:xfrm>
          <a:prstGeom prst="rect">
            <a:avLst/>
          </a:prstGeom>
        </p:spPr>
        <p:txBody>
          <a:bodyPr lIns="0" tIns="0" rIns="0" bIns="0" rtlCol="0" anchor="t">
            <a:spAutoFit/>
          </a:bodyPr>
          <a:lstStyle/>
          <a:p>
            <a:pPr algn="just">
              <a:lnSpc>
                <a:spcPts val="2767"/>
              </a:lnSpc>
            </a:pPr>
            <a:r>
              <a:rPr lang="en-US" sz="1976" b="1">
                <a:solidFill>
                  <a:srgbClr val="545454"/>
                </a:solidFill>
                <a:latin typeface="Klein Bold"/>
                <a:ea typeface="Klein Bold"/>
                <a:cs typeface="Klein Bold"/>
                <a:sym typeface="Klein Bold"/>
              </a:rPr>
              <a:t>Hz.Yunus’un yüzleriniz sararacak dediği günün sabahı. Her şey çok güzel, ama bir kalkınca herkes sarı tenli olmuş. Yunus, demek ki doğru söylemişti. Çok geçmeden Ninova’nın üstünde kara bulutlar belirir. Halk her yerde Yunus (a.s.)ı arar. Ama o  ortalıkta yoktu. Daha dün yüzüne kapı kapatan insanlar bugün didik didik onu arıyordu. Birinin aklına Yunus’a iman edenlerden bir adama sormak geldi. Ninova’da o adamın evini bulup kapıyı çaldılar. Naıl bu durumdan kurtulabileceklerini sordular. İman eden adam: “Allah’a iman edin. Sahtelik ve hileden sakının. Kurtuluş için Alllah’a dua ediniz.” dedi. Bunun üzerine ninovalılar geniş bir meydana çıkıp Allah’tan kurtuluşu istediler. Çok geçmeden Şehrin üstündeki kara bulutlar kalktı. Ama Yunus hala ortalıkta yoktu.</a:t>
            </a:r>
          </a:p>
        </p:txBody>
      </p:sp>
      <p:sp>
        <p:nvSpPr>
          <p:cNvPr id="8" name="TextBox 8"/>
          <p:cNvSpPr txBox="1"/>
          <p:nvPr/>
        </p:nvSpPr>
        <p:spPr>
          <a:xfrm>
            <a:off x="960272" y="7437212"/>
            <a:ext cx="5533027" cy="273685"/>
          </a:xfrm>
          <a:prstGeom prst="rect">
            <a:avLst/>
          </a:prstGeom>
        </p:spPr>
        <p:txBody>
          <a:bodyPr lIns="0" tIns="0" rIns="0" bIns="0" rtlCol="0" anchor="t">
            <a:spAutoFit/>
          </a:bodyPr>
          <a:lstStyle/>
          <a:p>
            <a:pPr marL="345436" lvl="1" indent="-172718" algn="just">
              <a:lnSpc>
                <a:spcPts val="2239"/>
              </a:lnSpc>
              <a:buFont typeface="Arial"/>
              <a:buChar char="•"/>
            </a:pPr>
            <a:endParaRPr/>
          </a:p>
        </p:txBody>
      </p:sp>
      <p:sp>
        <p:nvSpPr>
          <p:cNvPr id="9" name="TextBox 9"/>
          <p:cNvSpPr txBox="1"/>
          <p:nvPr/>
        </p:nvSpPr>
        <p:spPr>
          <a:xfrm rot="-573132">
            <a:off x="15167098" y="1544822"/>
            <a:ext cx="2545046" cy="835918"/>
          </a:xfrm>
          <a:prstGeom prst="rect">
            <a:avLst/>
          </a:prstGeom>
        </p:spPr>
        <p:txBody>
          <a:bodyPr lIns="0" tIns="0" rIns="0" bIns="0" rtlCol="0" anchor="t">
            <a:spAutoFit/>
          </a:bodyPr>
          <a:lstStyle/>
          <a:p>
            <a:pPr algn="ctr">
              <a:lnSpc>
                <a:spcPts val="3357"/>
              </a:lnSpc>
            </a:pPr>
            <a:r>
              <a:rPr lang="en-US" sz="2397">
                <a:solidFill>
                  <a:srgbClr val="000000"/>
                </a:solidFill>
                <a:latin typeface="League Spartan"/>
                <a:ea typeface="League Spartan"/>
                <a:cs typeface="League Spartan"/>
                <a:sym typeface="League Spartan"/>
              </a:rPr>
              <a:t>(bence yunus doğru söylüyor)</a:t>
            </a:r>
          </a:p>
        </p:txBody>
      </p:sp>
      <p:sp>
        <p:nvSpPr>
          <p:cNvPr id="10" name="TextBox 10"/>
          <p:cNvSpPr txBox="1"/>
          <p:nvPr/>
        </p:nvSpPr>
        <p:spPr>
          <a:xfrm>
            <a:off x="12349707" y="3558785"/>
            <a:ext cx="2174616" cy="1173005"/>
          </a:xfrm>
          <a:prstGeom prst="rect">
            <a:avLst/>
          </a:prstGeom>
        </p:spPr>
        <p:txBody>
          <a:bodyPr lIns="0" tIns="0" rIns="0" bIns="0" rtlCol="0" anchor="t">
            <a:spAutoFit/>
          </a:bodyPr>
          <a:lstStyle/>
          <a:p>
            <a:pPr algn="ctr">
              <a:lnSpc>
                <a:spcPts val="4550"/>
              </a:lnSpc>
            </a:pPr>
            <a:r>
              <a:rPr lang="en-US" sz="3250">
                <a:solidFill>
                  <a:srgbClr val="000000"/>
                </a:solidFill>
                <a:latin typeface="Horizon"/>
                <a:ea typeface="Horizon"/>
                <a:cs typeface="Horizon"/>
                <a:sym typeface="Horizon"/>
              </a:rPr>
              <a:t>Yunus Değil</a:t>
            </a:r>
          </a:p>
        </p:txBody>
      </p:sp>
      <p:grpSp>
        <p:nvGrpSpPr>
          <p:cNvPr id="11" name="Group 11"/>
          <p:cNvGrpSpPr/>
          <p:nvPr/>
        </p:nvGrpSpPr>
        <p:grpSpPr>
          <a:xfrm>
            <a:off x="14485620" y="3427095"/>
            <a:ext cx="1147762" cy="383858"/>
            <a:chOff x="0" y="0"/>
            <a:chExt cx="1530350" cy="511810"/>
          </a:xfrm>
        </p:grpSpPr>
        <p:sp>
          <p:nvSpPr>
            <p:cNvPr id="12" name="Freeform 12"/>
            <p:cNvSpPr/>
            <p:nvPr/>
          </p:nvSpPr>
          <p:spPr>
            <a:xfrm>
              <a:off x="50743" y="50604"/>
              <a:ext cx="1428807" cy="410798"/>
            </a:xfrm>
            <a:custGeom>
              <a:avLst/>
              <a:gdLst/>
              <a:ahLst/>
              <a:cxnLst/>
              <a:rect l="l" t="t" r="r" b="b"/>
              <a:pathLst>
                <a:path w="1428807" h="410798">
                  <a:moveTo>
                    <a:pt x="19107" y="359606"/>
                  </a:moveTo>
                  <a:cubicBezTo>
                    <a:pt x="482657" y="301186"/>
                    <a:pt x="1306887" y="288486"/>
                    <a:pt x="1403407" y="318966"/>
                  </a:cubicBezTo>
                  <a:cubicBezTo>
                    <a:pt x="1418647" y="322776"/>
                    <a:pt x="1424997" y="327856"/>
                    <a:pt x="1427537" y="335476"/>
                  </a:cubicBezTo>
                  <a:cubicBezTo>
                    <a:pt x="1430077" y="343096"/>
                    <a:pt x="1424997" y="359606"/>
                    <a:pt x="1414837" y="365956"/>
                  </a:cubicBezTo>
                  <a:cubicBezTo>
                    <a:pt x="1393247" y="381196"/>
                    <a:pt x="1323397" y="378656"/>
                    <a:pt x="1271327" y="365956"/>
                  </a:cubicBezTo>
                  <a:cubicBezTo>
                    <a:pt x="1201477" y="350716"/>
                    <a:pt x="1088447" y="284676"/>
                    <a:pt x="1038917" y="254196"/>
                  </a:cubicBezTo>
                  <a:cubicBezTo>
                    <a:pt x="1012247" y="237686"/>
                    <a:pt x="1003357" y="232606"/>
                    <a:pt x="983037" y="211016"/>
                  </a:cubicBezTo>
                  <a:cubicBezTo>
                    <a:pt x="947477" y="174186"/>
                    <a:pt x="867467" y="67506"/>
                    <a:pt x="858577" y="34486"/>
                  </a:cubicBezTo>
                  <a:cubicBezTo>
                    <a:pt x="856037" y="24326"/>
                    <a:pt x="857307" y="16706"/>
                    <a:pt x="861117" y="11626"/>
                  </a:cubicBezTo>
                  <a:cubicBezTo>
                    <a:pt x="864927" y="5276"/>
                    <a:pt x="875087" y="196"/>
                    <a:pt x="881437" y="196"/>
                  </a:cubicBezTo>
                  <a:cubicBezTo>
                    <a:pt x="889057" y="-1074"/>
                    <a:pt x="899217" y="4006"/>
                    <a:pt x="903027" y="10356"/>
                  </a:cubicBezTo>
                  <a:cubicBezTo>
                    <a:pt x="906837" y="16706"/>
                    <a:pt x="908107" y="26866"/>
                    <a:pt x="905567" y="34486"/>
                  </a:cubicBezTo>
                  <a:cubicBezTo>
                    <a:pt x="903027" y="40836"/>
                    <a:pt x="895407" y="48456"/>
                    <a:pt x="887787" y="49726"/>
                  </a:cubicBezTo>
                  <a:cubicBezTo>
                    <a:pt x="881437" y="50996"/>
                    <a:pt x="870007" y="49726"/>
                    <a:pt x="864927" y="43376"/>
                  </a:cubicBezTo>
                  <a:cubicBezTo>
                    <a:pt x="859847" y="37026"/>
                    <a:pt x="858577" y="12896"/>
                    <a:pt x="864927" y="6546"/>
                  </a:cubicBezTo>
                  <a:cubicBezTo>
                    <a:pt x="870007" y="1466"/>
                    <a:pt x="887787" y="196"/>
                    <a:pt x="901757" y="7816"/>
                  </a:cubicBezTo>
                  <a:cubicBezTo>
                    <a:pt x="930967" y="25596"/>
                    <a:pt x="977957" y="134816"/>
                    <a:pt x="1008437" y="169106"/>
                  </a:cubicBezTo>
                  <a:cubicBezTo>
                    <a:pt x="1024947" y="188156"/>
                    <a:pt x="1033837" y="193236"/>
                    <a:pt x="1054157" y="207206"/>
                  </a:cubicBezTo>
                  <a:cubicBezTo>
                    <a:pt x="1093527" y="232606"/>
                    <a:pt x="1165917" y="282136"/>
                    <a:pt x="1226877" y="301186"/>
                  </a:cubicBezTo>
                  <a:cubicBezTo>
                    <a:pt x="1286567" y="318966"/>
                    <a:pt x="1389437" y="303726"/>
                    <a:pt x="1414837" y="321506"/>
                  </a:cubicBezTo>
                  <a:cubicBezTo>
                    <a:pt x="1424997" y="327856"/>
                    <a:pt x="1428807" y="339286"/>
                    <a:pt x="1428807" y="346906"/>
                  </a:cubicBezTo>
                  <a:cubicBezTo>
                    <a:pt x="1427537" y="354526"/>
                    <a:pt x="1423727" y="362146"/>
                    <a:pt x="1409757" y="368496"/>
                  </a:cubicBezTo>
                  <a:cubicBezTo>
                    <a:pt x="1322127" y="407866"/>
                    <a:pt x="485197" y="351986"/>
                    <a:pt x="248977" y="371036"/>
                  </a:cubicBezTo>
                  <a:cubicBezTo>
                    <a:pt x="144837" y="379926"/>
                    <a:pt x="61017" y="419296"/>
                    <a:pt x="25457" y="409136"/>
                  </a:cubicBezTo>
                  <a:cubicBezTo>
                    <a:pt x="11487" y="405326"/>
                    <a:pt x="1327" y="395166"/>
                    <a:pt x="57" y="387546"/>
                  </a:cubicBezTo>
                  <a:cubicBezTo>
                    <a:pt x="-1213" y="378656"/>
                    <a:pt x="19107" y="359606"/>
                    <a:pt x="19107" y="359606"/>
                  </a:cubicBezTo>
                </a:path>
              </a:pathLst>
            </a:custGeom>
            <a:solidFill>
              <a:srgbClr val="000000"/>
            </a:solidFill>
            <a:ln cap="sq">
              <a:noFill/>
              <a:prstDash val="solid"/>
              <a:miter/>
            </a:ln>
          </p:spPr>
        </p:sp>
      </p:grpSp>
      <p:grpSp>
        <p:nvGrpSpPr>
          <p:cNvPr id="13" name="Group 13"/>
          <p:cNvGrpSpPr/>
          <p:nvPr/>
        </p:nvGrpSpPr>
        <p:grpSpPr>
          <a:xfrm>
            <a:off x="15263812" y="3606165"/>
            <a:ext cx="352425" cy="294322"/>
            <a:chOff x="0" y="0"/>
            <a:chExt cx="469900" cy="392430"/>
          </a:xfrm>
        </p:grpSpPr>
        <p:sp>
          <p:nvSpPr>
            <p:cNvPr id="14" name="Freeform 14"/>
            <p:cNvSpPr/>
            <p:nvPr/>
          </p:nvSpPr>
          <p:spPr>
            <a:xfrm>
              <a:off x="49354" y="50769"/>
              <a:ext cx="368812" cy="289990"/>
            </a:xfrm>
            <a:custGeom>
              <a:avLst/>
              <a:gdLst/>
              <a:ahLst/>
              <a:cxnLst/>
              <a:rect l="l" t="t" r="r" b="b"/>
              <a:pathLst>
                <a:path w="368812" h="289990">
                  <a:moveTo>
                    <a:pt x="358316" y="47021"/>
                  </a:moveTo>
                  <a:cubicBezTo>
                    <a:pt x="205916" y="143541"/>
                    <a:pt x="179246" y="222281"/>
                    <a:pt x="147496" y="241331"/>
                  </a:cubicBezTo>
                  <a:cubicBezTo>
                    <a:pt x="129716" y="251491"/>
                    <a:pt x="110666" y="241331"/>
                    <a:pt x="92886" y="247681"/>
                  </a:cubicBezTo>
                  <a:cubicBezTo>
                    <a:pt x="71296" y="255301"/>
                    <a:pt x="43356" y="289591"/>
                    <a:pt x="26846" y="289591"/>
                  </a:cubicBezTo>
                  <a:cubicBezTo>
                    <a:pt x="16686" y="289591"/>
                    <a:pt x="3986" y="280701"/>
                    <a:pt x="1446" y="273081"/>
                  </a:cubicBezTo>
                  <a:cubicBezTo>
                    <a:pt x="-1094" y="265461"/>
                    <a:pt x="5256" y="248951"/>
                    <a:pt x="11606" y="243871"/>
                  </a:cubicBezTo>
                  <a:cubicBezTo>
                    <a:pt x="16686" y="238791"/>
                    <a:pt x="28116" y="238791"/>
                    <a:pt x="34466" y="241331"/>
                  </a:cubicBezTo>
                  <a:cubicBezTo>
                    <a:pt x="40816" y="243871"/>
                    <a:pt x="49706" y="251491"/>
                    <a:pt x="49706" y="259111"/>
                  </a:cubicBezTo>
                  <a:cubicBezTo>
                    <a:pt x="50976" y="268001"/>
                    <a:pt x="38276" y="287051"/>
                    <a:pt x="29386" y="289591"/>
                  </a:cubicBezTo>
                  <a:cubicBezTo>
                    <a:pt x="21766" y="292131"/>
                    <a:pt x="6526" y="281971"/>
                    <a:pt x="2716" y="275621"/>
                  </a:cubicBezTo>
                  <a:cubicBezTo>
                    <a:pt x="-1094" y="269271"/>
                    <a:pt x="-1094" y="259111"/>
                    <a:pt x="3986" y="251491"/>
                  </a:cubicBezTo>
                  <a:cubicBezTo>
                    <a:pt x="12876" y="234981"/>
                    <a:pt x="58596" y="207041"/>
                    <a:pt x="82726" y="199421"/>
                  </a:cubicBezTo>
                  <a:cubicBezTo>
                    <a:pt x="99236" y="194341"/>
                    <a:pt x="113206" y="207041"/>
                    <a:pt x="129716" y="198151"/>
                  </a:cubicBezTo>
                  <a:cubicBezTo>
                    <a:pt x="157656" y="182911"/>
                    <a:pt x="177976" y="102901"/>
                    <a:pt x="214806" y="68611"/>
                  </a:cubicBezTo>
                  <a:cubicBezTo>
                    <a:pt x="249096" y="36861"/>
                    <a:pt x="315136" y="-1239"/>
                    <a:pt x="341806" y="31"/>
                  </a:cubicBezTo>
                  <a:cubicBezTo>
                    <a:pt x="354506" y="1301"/>
                    <a:pt x="367206" y="11461"/>
                    <a:pt x="368476" y="19081"/>
                  </a:cubicBezTo>
                  <a:cubicBezTo>
                    <a:pt x="371016" y="26701"/>
                    <a:pt x="358316" y="47021"/>
                    <a:pt x="358316" y="47021"/>
                  </a:cubicBezTo>
                </a:path>
              </a:pathLst>
            </a:custGeom>
            <a:solidFill>
              <a:srgbClr val="000000"/>
            </a:solidFill>
            <a:ln cap="sq">
              <a:noFill/>
              <a:prstDash val="solid"/>
              <a:miter/>
            </a:ln>
          </p:spPr>
        </p:sp>
      </p:grpSp>
      <p:grpSp>
        <p:nvGrpSpPr>
          <p:cNvPr id="15" name="Group 15"/>
          <p:cNvGrpSpPr/>
          <p:nvPr/>
        </p:nvGrpSpPr>
        <p:grpSpPr>
          <a:xfrm>
            <a:off x="14425612" y="4205288"/>
            <a:ext cx="974407" cy="263842"/>
            <a:chOff x="0" y="0"/>
            <a:chExt cx="1299210" cy="351790"/>
          </a:xfrm>
        </p:grpSpPr>
        <p:sp>
          <p:nvSpPr>
            <p:cNvPr id="16" name="Freeform 16"/>
            <p:cNvSpPr/>
            <p:nvPr/>
          </p:nvSpPr>
          <p:spPr>
            <a:xfrm>
              <a:off x="50641" y="50016"/>
              <a:ext cx="1198019" cy="250664"/>
            </a:xfrm>
            <a:custGeom>
              <a:avLst/>
              <a:gdLst/>
              <a:ahLst/>
              <a:cxnLst/>
              <a:rect l="l" t="t" r="r" b="b"/>
              <a:pathLst>
                <a:path w="1198019" h="250664">
                  <a:moveTo>
                    <a:pt x="25559" y="59204"/>
                  </a:moveTo>
                  <a:cubicBezTo>
                    <a:pt x="591979" y="63014"/>
                    <a:pt x="623729" y="64284"/>
                    <a:pt x="688499" y="78254"/>
                  </a:cubicBezTo>
                  <a:cubicBezTo>
                    <a:pt x="785019" y="99844"/>
                    <a:pt x="947579" y="173504"/>
                    <a:pt x="1035209" y="191284"/>
                  </a:cubicBezTo>
                  <a:cubicBezTo>
                    <a:pt x="1086009" y="201444"/>
                    <a:pt x="1155859" y="211604"/>
                    <a:pt x="1158399" y="202714"/>
                  </a:cubicBezTo>
                  <a:cubicBezTo>
                    <a:pt x="1162209" y="192554"/>
                    <a:pt x="1060609" y="135404"/>
                    <a:pt x="1002189" y="118894"/>
                  </a:cubicBezTo>
                  <a:cubicBezTo>
                    <a:pt x="938689" y="101114"/>
                    <a:pt x="852329" y="120164"/>
                    <a:pt x="788829" y="106194"/>
                  </a:cubicBezTo>
                  <a:cubicBezTo>
                    <a:pt x="736759" y="93494"/>
                    <a:pt x="666909" y="69364"/>
                    <a:pt x="649129" y="45234"/>
                  </a:cubicBezTo>
                  <a:cubicBezTo>
                    <a:pt x="640239" y="33804"/>
                    <a:pt x="637699" y="17294"/>
                    <a:pt x="642779" y="9674"/>
                  </a:cubicBezTo>
                  <a:cubicBezTo>
                    <a:pt x="647859" y="2054"/>
                    <a:pt x="664369" y="-1756"/>
                    <a:pt x="671989" y="784"/>
                  </a:cubicBezTo>
                  <a:cubicBezTo>
                    <a:pt x="679609" y="3324"/>
                    <a:pt x="685959" y="12214"/>
                    <a:pt x="688499" y="19834"/>
                  </a:cubicBezTo>
                  <a:cubicBezTo>
                    <a:pt x="689769" y="26184"/>
                    <a:pt x="687229" y="37614"/>
                    <a:pt x="682149" y="42694"/>
                  </a:cubicBezTo>
                  <a:cubicBezTo>
                    <a:pt x="674529" y="47774"/>
                    <a:pt x="651669" y="47774"/>
                    <a:pt x="645319" y="42694"/>
                  </a:cubicBezTo>
                  <a:cubicBezTo>
                    <a:pt x="638969" y="36344"/>
                    <a:pt x="637699" y="18564"/>
                    <a:pt x="641509" y="12214"/>
                  </a:cubicBezTo>
                  <a:cubicBezTo>
                    <a:pt x="645319" y="4594"/>
                    <a:pt x="656749" y="784"/>
                    <a:pt x="669449" y="784"/>
                  </a:cubicBezTo>
                  <a:cubicBezTo>
                    <a:pt x="699929" y="784"/>
                    <a:pt x="764699" y="47774"/>
                    <a:pt x="818039" y="59204"/>
                  </a:cubicBezTo>
                  <a:cubicBezTo>
                    <a:pt x="875189" y="71904"/>
                    <a:pt x="948849" y="52854"/>
                    <a:pt x="1007269" y="66824"/>
                  </a:cubicBezTo>
                  <a:cubicBezTo>
                    <a:pt x="1061879" y="80794"/>
                    <a:pt x="1126649" y="120164"/>
                    <a:pt x="1157129" y="141754"/>
                  </a:cubicBezTo>
                  <a:cubicBezTo>
                    <a:pt x="1173639" y="154454"/>
                    <a:pt x="1183799" y="163344"/>
                    <a:pt x="1190149" y="176044"/>
                  </a:cubicBezTo>
                  <a:cubicBezTo>
                    <a:pt x="1196499" y="188744"/>
                    <a:pt x="1200309" y="207794"/>
                    <a:pt x="1196499" y="219224"/>
                  </a:cubicBezTo>
                  <a:cubicBezTo>
                    <a:pt x="1193959" y="229384"/>
                    <a:pt x="1183799" y="240814"/>
                    <a:pt x="1174909" y="245894"/>
                  </a:cubicBezTo>
                  <a:cubicBezTo>
                    <a:pt x="1166019" y="249704"/>
                    <a:pt x="1158399" y="248434"/>
                    <a:pt x="1145699" y="249704"/>
                  </a:cubicBezTo>
                  <a:cubicBezTo>
                    <a:pt x="1121569" y="250974"/>
                    <a:pt x="1084739" y="252244"/>
                    <a:pt x="1039019" y="244624"/>
                  </a:cubicBezTo>
                  <a:cubicBezTo>
                    <a:pt x="955199" y="229384"/>
                    <a:pt x="783749" y="150644"/>
                    <a:pt x="687229" y="129054"/>
                  </a:cubicBezTo>
                  <a:cubicBezTo>
                    <a:pt x="622459" y="115084"/>
                    <a:pt x="590709" y="113814"/>
                    <a:pt x="520859" y="110004"/>
                  </a:cubicBezTo>
                  <a:cubicBezTo>
                    <a:pt x="397669" y="102384"/>
                    <a:pt x="72549" y="137944"/>
                    <a:pt x="19209" y="108734"/>
                  </a:cubicBezTo>
                  <a:cubicBezTo>
                    <a:pt x="5239" y="102384"/>
                    <a:pt x="-1111" y="89684"/>
                    <a:pt x="159" y="82064"/>
                  </a:cubicBezTo>
                  <a:cubicBezTo>
                    <a:pt x="1429" y="73174"/>
                    <a:pt x="25559" y="59204"/>
                    <a:pt x="25559" y="59204"/>
                  </a:cubicBezTo>
                </a:path>
              </a:pathLst>
            </a:custGeom>
            <a:solidFill>
              <a:srgbClr val="000000"/>
            </a:solidFill>
            <a:ln cap="sq">
              <a:noFill/>
              <a:prstDash val="solid"/>
              <a:miter/>
            </a:ln>
          </p:spPr>
        </p:sp>
      </p:grpSp>
      <p:grpSp>
        <p:nvGrpSpPr>
          <p:cNvPr id="17" name="Group 17"/>
          <p:cNvGrpSpPr/>
          <p:nvPr/>
        </p:nvGrpSpPr>
        <p:grpSpPr>
          <a:xfrm>
            <a:off x="15039023" y="4010025"/>
            <a:ext cx="322897" cy="487680"/>
            <a:chOff x="0" y="0"/>
            <a:chExt cx="430530" cy="650240"/>
          </a:xfrm>
        </p:grpSpPr>
        <p:sp>
          <p:nvSpPr>
            <p:cNvPr id="18" name="Freeform 18"/>
            <p:cNvSpPr/>
            <p:nvPr/>
          </p:nvSpPr>
          <p:spPr>
            <a:xfrm>
              <a:off x="49804" y="50603"/>
              <a:ext cx="330406" cy="548902"/>
            </a:xfrm>
            <a:custGeom>
              <a:avLst/>
              <a:gdLst/>
              <a:ahLst/>
              <a:cxnLst/>
              <a:rect l="l" t="t" r="r" b="b"/>
              <a:pathLst>
                <a:path w="330406" h="548902">
                  <a:moveTo>
                    <a:pt x="280396" y="532327"/>
                  </a:moveTo>
                  <a:cubicBezTo>
                    <a:pt x="185146" y="250387"/>
                    <a:pt x="110216" y="136087"/>
                    <a:pt x="65766" y="87827"/>
                  </a:cubicBezTo>
                  <a:cubicBezTo>
                    <a:pt x="42906" y="61157"/>
                    <a:pt x="8616" y="54807"/>
                    <a:pt x="3536" y="37027"/>
                  </a:cubicBezTo>
                  <a:cubicBezTo>
                    <a:pt x="-274" y="25597"/>
                    <a:pt x="7346" y="6547"/>
                    <a:pt x="14966" y="2737"/>
                  </a:cubicBezTo>
                  <a:cubicBezTo>
                    <a:pt x="22586" y="-1073"/>
                    <a:pt x="45446" y="7817"/>
                    <a:pt x="49256" y="15437"/>
                  </a:cubicBezTo>
                  <a:cubicBezTo>
                    <a:pt x="51796" y="23057"/>
                    <a:pt x="41636" y="45917"/>
                    <a:pt x="34016" y="49727"/>
                  </a:cubicBezTo>
                  <a:cubicBezTo>
                    <a:pt x="26396" y="52267"/>
                    <a:pt x="4806" y="40837"/>
                    <a:pt x="996" y="31947"/>
                  </a:cubicBezTo>
                  <a:cubicBezTo>
                    <a:pt x="-1544" y="25597"/>
                    <a:pt x="996" y="14167"/>
                    <a:pt x="6076" y="9087"/>
                  </a:cubicBezTo>
                  <a:cubicBezTo>
                    <a:pt x="9886" y="4007"/>
                    <a:pt x="18776" y="-1073"/>
                    <a:pt x="27666" y="197"/>
                  </a:cubicBezTo>
                  <a:cubicBezTo>
                    <a:pt x="45446" y="1467"/>
                    <a:pt x="73386" y="20517"/>
                    <a:pt x="96246" y="44647"/>
                  </a:cubicBezTo>
                  <a:cubicBezTo>
                    <a:pt x="139426" y="89097"/>
                    <a:pt x="204196" y="240227"/>
                    <a:pt x="232136" y="273247"/>
                  </a:cubicBezTo>
                  <a:cubicBezTo>
                    <a:pt x="242296" y="283407"/>
                    <a:pt x="247376" y="279597"/>
                    <a:pt x="254996" y="289757"/>
                  </a:cubicBezTo>
                  <a:cubicBezTo>
                    <a:pt x="277856" y="322777"/>
                    <a:pt x="336276" y="482797"/>
                    <a:pt x="329926" y="522167"/>
                  </a:cubicBezTo>
                  <a:cubicBezTo>
                    <a:pt x="327386" y="536137"/>
                    <a:pt x="318496" y="546297"/>
                    <a:pt x="309606" y="548837"/>
                  </a:cubicBezTo>
                  <a:cubicBezTo>
                    <a:pt x="301986" y="550107"/>
                    <a:pt x="280396" y="532327"/>
                    <a:pt x="280396" y="532327"/>
                  </a:cubicBezTo>
                </a:path>
              </a:pathLst>
            </a:custGeom>
            <a:solidFill>
              <a:srgbClr val="000000"/>
            </a:solidFill>
            <a:ln cap="sq">
              <a:noFill/>
              <a:prstDash val="solid"/>
              <a:miter/>
            </a:ln>
          </p:spPr>
        </p:sp>
      </p:grpSp>
      <p:grpSp>
        <p:nvGrpSpPr>
          <p:cNvPr id="19" name="Group 19"/>
          <p:cNvGrpSpPr/>
          <p:nvPr/>
        </p:nvGrpSpPr>
        <p:grpSpPr>
          <a:xfrm>
            <a:off x="14860905" y="4326255"/>
            <a:ext cx="528638" cy="321945"/>
            <a:chOff x="0" y="0"/>
            <a:chExt cx="704850" cy="429260"/>
          </a:xfrm>
        </p:grpSpPr>
        <p:sp>
          <p:nvSpPr>
            <p:cNvPr id="20" name="Freeform 20"/>
            <p:cNvSpPr/>
            <p:nvPr/>
          </p:nvSpPr>
          <p:spPr>
            <a:xfrm>
              <a:off x="50305" y="49488"/>
              <a:ext cx="603512" cy="328614"/>
            </a:xfrm>
            <a:custGeom>
              <a:avLst/>
              <a:gdLst/>
              <a:ahLst/>
              <a:cxnLst/>
              <a:rect l="l" t="t" r="r" b="b"/>
              <a:pathLst>
                <a:path w="603512" h="328614">
                  <a:moveTo>
                    <a:pt x="592315" y="45762"/>
                  </a:moveTo>
                  <a:cubicBezTo>
                    <a:pt x="390385" y="203242"/>
                    <a:pt x="354825" y="221022"/>
                    <a:pt x="305295" y="242612"/>
                  </a:cubicBezTo>
                  <a:cubicBezTo>
                    <a:pt x="244335" y="269282"/>
                    <a:pt x="144005" y="302302"/>
                    <a:pt x="90665" y="315002"/>
                  </a:cubicBezTo>
                  <a:cubicBezTo>
                    <a:pt x="61455" y="322622"/>
                    <a:pt x="34785" y="331512"/>
                    <a:pt x="19545" y="327702"/>
                  </a:cubicBezTo>
                  <a:cubicBezTo>
                    <a:pt x="10655" y="325162"/>
                    <a:pt x="1765" y="320082"/>
                    <a:pt x="495" y="313732"/>
                  </a:cubicBezTo>
                  <a:cubicBezTo>
                    <a:pt x="-2045" y="304842"/>
                    <a:pt x="5575" y="281982"/>
                    <a:pt x="14465" y="279442"/>
                  </a:cubicBezTo>
                  <a:cubicBezTo>
                    <a:pt x="22085" y="275632"/>
                    <a:pt x="44945" y="285792"/>
                    <a:pt x="47485" y="294682"/>
                  </a:cubicBezTo>
                  <a:cubicBezTo>
                    <a:pt x="50025" y="302302"/>
                    <a:pt x="38595" y="323892"/>
                    <a:pt x="29705" y="326432"/>
                  </a:cubicBezTo>
                  <a:cubicBezTo>
                    <a:pt x="23355" y="330242"/>
                    <a:pt x="5575" y="322622"/>
                    <a:pt x="1765" y="316272"/>
                  </a:cubicBezTo>
                  <a:cubicBezTo>
                    <a:pt x="-2045" y="307382"/>
                    <a:pt x="495" y="290872"/>
                    <a:pt x="11925" y="280712"/>
                  </a:cubicBezTo>
                  <a:cubicBezTo>
                    <a:pt x="36055" y="255312"/>
                    <a:pt x="146545" y="250232"/>
                    <a:pt x="206235" y="231182"/>
                  </a:cubicBezTo>
                  <a:cubicBezTo>
                    <a:pt x="259575" y="213402"/>
                    <a:pt x="302755" y="201972"/>
                    <a:pt x="354825" y="171492"/>
                  </a:cubicBezTo>
                  <a:cubicBezTo>
                    <a:pt x="423405" y="133392"/>
                    <a:pt x="528815" y="8932"/>
                    <a:pt x="570725" y="1312"/>
                  </a:cubicBezTo>
                  <a:cubicBezTo>
                    <a:pt x="584695" y="-2498"/>
                    <a:pt x="598665" y="2582"/>
                    <a:pt x="602475" y="8932"/>
                  </a:cubicBezTo>
                  <a:cubicBezTo>
                    <a:pt x="607555" y="16552"/>
                    <a:pt x="592315" y="45762"/>
                    <a:pt x="592315" y="45762"/>
                  </a:cubicBezTo>
                </a:path>
              </a:pathLst>
            </a:custGeom>
            <a:solidFill>
              <a:srgbClr val="000000"/>
            </a:solidFill>
            <a:ln cap="sq">
              <a:noFill/>
              <a:prstDash val="solid"/>
              <a:miter/>
            </a:ln>
          </p:spPr>
        </p:sp>
      </p:grpSp>
      <p:sp>
        <p:nvSpPr>
          <p:cNvPr id="21" name="AutoShape 21"/>
          <p:cNvSpPr/>
          <p:nvPr/>
        </p:nvSpPr>
        <p:spPr>
          <a:xfrm flipV="1">
            <a:off x="9719617" y="1986263"/>
            <a:ext cx="0" cy="3303611"/>
          </a:xfrm>
          <a:prstGeom prst="line">
            <a:avLst/>
          </a:prstGeom>
          <a:ln w="38100" cap="flat">
            <a:solidFill>
              <a:srgbClr val="000000"/>
            </a:solidFill>
            <a:prstDash val="solid"/>
            <a:headEnd type="none" w="sm" len="sm"/>
            <a:tailEnd type="none" w="sm" len="sm"/>
          </a:ln>
        </p:spPr>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AutoShape 3"/>
          <p:cNvSpPr/>
          <p:nvPr/>
        </p:nvSpPr>
        <p:spPr>
          <a:xfrm>
            <a:off x="1028700" y="9239250"/>
            <a:ext cx="16230600" cy="0"/>
          </a:xfrm>
          <a:prstGeom prst="line">
            <a:avLst/>
          </a:prstGeom>
          <a:ln w="38100" cap="flat">
            <a:solidFill>
              <a:srgbClr val="000000"/>
            </a:solidFill>
            <a:prstDash val="solid"/>
            <a:headEnd type="none" w="sm" len="sm"/>
            <a:tailEnd type="none" w="sm" len="sm"/>
          </a:ln>
        </p:spPr>
      </p:sp>
      <p:sp>
        <p:nvSpPr>
          <p:cNvPr id="4" name="TextBox 4"/>
          <p:cNvSpPr txBox="1"/>
          <p:nvPr/>
        </p:nvSpPr>
        <p:spPr>
          <a:xfrm>
            <a:off x="1028700" y="977831"/>
            <a:ext cx="13226350" cy="1565644"/>
          </a:xfrm>
          <a:prstGeom prst="rect">
            <a:avLst/>
          </a:prstGeom>
        </p:spPr>
        <p:txBody>
          <a:bodyPr lIns="0" tIns="0" rIns="0" bIns="0" rtlCol="0" anchor="t">
            <a:spAutoFit/>
          </a:bodyPr>
          <a:lstStyle/>
          <a:p>
            <a:pPr algn="l">
              <a:lnSpc>
                <a:spcPts val="10147"/>
              </a:lnSpc>
            </a:pPr>
            <a:r>
              <a:rPr lang="en-US" sz="10354" b="1" spc="-207">
                <a:solidFill>
                  <a:srgbClr val="545454"/>
                </a:solidFill>
                <a:latin typeface="ITC Avant Garde Gothic Bold"/>
                <a:ea typeface="ITC Avant Garde Gothic Bold"/>
                <a:cs typeface="ITC Avant Garde Gothic Bold"/>
                <a:sym typeface="ITC Avant Garde Gothic Bold"/>
              </a:rPr>
              <a:t>Balığın Karnında</a:t>
            </a:r>
          </a:p>
        </p:txBody>
      </p:sp>
      <p:sp>
        <p:nvSpPr>
          <p:cNvPr id="5" name="TextBox 5"/>
          <p:cNvSpPr txBox="1"/>
          <p:nvPr/>
        </p:nvSpPr>
        <p:spPr>
          <a:xfrm>
            <a:off x="1028700" y="2695511"/>
            <a:ext cx="16967936" cy="4845240"/>
          </a:xfrm>
          <a:prstGeom prst="rect">
            <a:avLst/>
          </a:prstGeom>
        </p:spPr>
        <p:txBody>
          <a:bodyPr lIns="0" tIns="0" rIns="0" bIns="0" rtlCol="0" anchor="t">
            <a:spAutoFit/>
          </a:bodyPr>
          <a:lstStyle/>
          <a:p>
            <a:pPr algn="just">
              <a:lnSpc>
                <a:spcPts val="3839"/>
              </a:lnSpc>
            </a:pPr>
            <a:r>
              <a:rPr lang="en-US" sz="2742" b="1" dirty="0">
                <a:solidFill>
                  <a:srgbClr val="545454"/>
                </a:solidFill>
                <a:latin typeface="Klein Bold"/>
                <a:ea typeface="Klein Bold"/>
                <a:cs typeface="Klein Bold"/>
                <a:sym typeface="Klein Bold"/>
              </a:rPr>
              <a:t>Denize </a:t>
            </a:r>
            <a:r>
              <a:rPr lang="en-US" sz="2742" b="1" dirty="0" err="1">
                <a:solidFill>
                  <a:srgbClr val="545454"/>
                </a:solidFill>
                <a:latin typeface="Klein Bold"/>
                <a:ea typeface="Klein Bold"/>
                <a:cs typeface="Klein Bold"/>
                <a:sym typeface="Klein Bold"/>
              </a:rPr>
              <a:t>düştüğü</a:t>
            </a:r>
            <a:r>
              <a:rPr lang="en-US" sz="2742" b="1" dirty="0">
                <a:solidFill>
                  <a:srgbClr val="545454"/>
                </a:solidFill>
                <a:latin typeface="Klein Bold"/>
                <a:ea typeface="Klein Bold"/>
                <a:cs typeface="Klein Bold"/>
                <a:sym typeface="Klein Bold"/>
              </a:rPr>
              <a:t> an, </a:t>
            </a:r>
            <a:r>
              <a:rPr lang="en-US" sz="2742" b="1" dirty="0" err="1">
                <a:solidFill>
                  <a:srgbClr val="545454"/>
                </a:solidFill>
                <a:latin typeface="Klein Bold"/>
                <a:ea typeface="Klein Bold"/>
                <a:cs typeface="Klein Bold"/>
                <a:sym typeface="Klein Bold"/>
              </a:rPr>
              <a:t>Allah’ın</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emriyle</a:t>
            </a:r>
            <a:r>
              <a:rPr lang="en-US" sz="2742" b="1" dirty="0">
                <a:solidFill>
                  <a:srgbClr val="545454"/>
                </a:solidFill>
                <a:latin typeface="Klein Bold"/>
                <a:ea typeface="Klein Bold"/>
                <a:cs typeface="Klein Bold"/>
                <a:sym typeface="Klein Bold"/>
              </a:rPr>
              <a:t> dev </a:t>
            </a:r>
            <a:r>
              <a:rPr lang="en-US" sz="2742" b="1" dirty="0" err="1">
                <a:solidFill>
                  <a:srgbClr val="545454"/>
                </a:solidFill>
                <a:latin typeface="Klein Bold"/>
                <a:ea typeface="Klein Bold"/>
                <a:cs typeface="Klein Bold"/>
                <a:sym typeface="Klein Bold"/>
              </a:rPr>
              <a:t>bir</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balık</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onu</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yuttu</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Balığın</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karnına</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girdi</a:t>
            </a:r>
            <a:r>
              <a:rPr lang="en-US" sz="2742" b="1" dirty="0">
                <a:solidFill>
                  <a:srgbClr val="545454"/>
                </a:solidFill>
                <a:latin typeface="Klein Bold"/>
                <a:ea typeface="Klein Bold"/>
                <a:cs typeface="Klein Bold"/>
                <a:sym typeface="Klein Bold"/>
              </a:rPr>
              <a:t>. Hz. Yunus, </a:t>
            </a:r>
            <a:r>
              <a:rPr lang="en-US" sz="2742" b="1" dirty="0" err="1">
                <a:solidFill>
                  <a:srgbClr val="545454"/>
                </a:solidFill>
                <a:latin typeface="Klein Bold"/>
                <a:ea typeface="Klein Bold"/>
                <a:cs typeface="Klein Bold"/>
                <a:sym typeface="Klein Bold"/>
              </a:rPr>
              <a:t>gecenin</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karanlığı</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denizin</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derinliği</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ve</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balığın</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karnı</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olmak</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üzere</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üç</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katlı</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bir</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karanlık</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hapsine</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girdi</a:t>
            </a:r>
            <a:r>
              <a:rPr lang="en-US" sz="2742" b="1" dirty="0">
                <a:solidFill>
                  <a:srgbClr val="545454"/>
                </a:solidFill>
                <a:latin typeface="Klein Bold"/>
                <a:ea typeface="Klein Bold"/>
                <a:cs typeface="Klein Bold"/>
                <a:sym typeface="Klein Bold"/>
              </a:rPr>
              <a:t>.</a:t>
            </a:r>
          </a:p>
          <a:p>
            <a:pPr algn="just">
              <a:lnSpc>
                <a:spcPts val="3839"/>
              </a:lnSpc>
            </a:pPr>
            <a:r>
              <a:rPr lang="en-US" sz="2742" b="1" dirty="0" err="1">
                <a:solidFill>
                  <a:srgbClr val="545454"/>
                </a:solidFill>
                <a:latin typeface="Klein Bold"/>
                <a:ea typeface="Klein Bold"/>
                <a:cs typeface="Klein Bold"/>
                <a:sym typeface="Klein Bold"/>
              </a:rPr>
              <a:t>Cildi</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iyice</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tahriş</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oluyordu</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Burada</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ölümü</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beklemek</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yerine</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derin</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bir</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düşünceye</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daldı</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Hatasını</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anladı</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ve</a:t>
            </a:r>
            <a:r>
              <a:rPr lang="en-US" sz="2742" b="1" dirty="0">
                <a:solidFill>
                  <a:srgbClr val="545454"/>
                </a:solidFill>
                <a:latin typeface="Klein Bold"/>
                <a:ea typeface="Klein Bold"/>
                <a:cs typeface="Klein Bold"/>
                <a:sym typeface="Klein Bold"/>
              </a:rPr>
              <a:t> o </a:t>
            </a:r>
            <a:r>
              <a:rPr lang="en-US" sz="2742" b="1" dirty="0" err="1">
                <a:solidFill>
                  <a:srgbClr val="545454"/>
                </a:solidFill>
                <a:latin typeface="Klein Bold"/>
                <a:ea typeface="Klein Bold"/>
                <a:cs typeface="Klein Bold"/>
                <a:sym typeface="Klein Bold"/>
              </a:rPr>
              <a:t>meşhur</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tesbihatını</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yapmaya</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başladı</a:t>
            </a:r>
            <a:r>
              <a:rPr lang="en-US" sz="2742" b="1" dirty="0">
                <a:solidFill>
                  <a:srgbClr val="545454"/>
                </a:solidFill>
                <a:latin typeface="Klein Bold"/>
                <a:ea typeface="Klein Bold"/>
                <a:cs typeface="Klein Bold"/>
                <a:sym typeface="Klein Bold"/>
              </a:rPr>
              <a:t>:</a:t>
            </a:r>
          </a:p>
          <a:p>
            <a:pPr algn="just">
              <a:lnSpc>
                <a:spcPts val="3839"/>
              </a:lnSpc>
            </a:pPr>
            <a:endParaRPr lang="en-US" sz="2742" b="1" dirty="0">
              <a:solidFill>
                <a:srgbClr val="545454"/>
              </a:solidFill>
              <a:latin typeface="Klein Bold"/>
              <a:ea typeface="Klein Bold"/>
              <a:cs typeface="Klein Bold"/>
              <a:sym typeface="Klein Bold"/>
            </a:endParaRPr>
          </a:p>
          <a:p>
            <a:pPr algn="just">
              <a:lnSpc>
                <a:spcPts val="3839"/>
              </a:lnSpc>
            </a:pPr>
            <a:endParaRPr lang="en-US" sz="2742" b="1" dirty="0">
              <a:solidFill>
                <a:srgbClr val="545454"/>
              </a:solidFill>
              <a:latin typeface="Klein Bold"/>
              <a:ea typeface="Klein Bold"/>
              <a:cs typeface="Klein Bold"/>
              <a:sym typeface="Klein Bold"/>
            </a:endParaRPr>
          </a:p>
          <a:p>
            <a:pPr algn="just">
              <a:lnSpc>
                <a:spcPts val="3839"/>
              </a:lnSpc>
            </a:pPr>
            <a:r>
              <a:rPr lang="en-US" sz="2742" b="1" dirty="0">
                <a:solidFill>
                  <a:srgbClr val="545454"/>
                </a:solidFill>
                <a:latin typeface="Klein Bold"/>
                <a:ea typeface="Klein Bold"/>
                <a:cs typeface="Klein Bold"/>
                <a:sym typeface="Klein Bold"/>
              </a:rPr>
              <a:t>“La </a:t>
            </a:r>
            <a:r>
              <a:rPr lang="en-US" sz="2742" b="1" dirty="0" err="1">
                <a:solidFill>
                  <a:srgbClr val="545454"/>
                </a:solidFill>
                <a:latin typeface="Klein Bold"/>
                <a:ea typeface="Klein Bold"/>
                <a:cs typeface="Klein Bold"/>
                <a:sym typeface="Klein Bold"/>
              </a:rPr>
              <a:t>ilahe</a:t>
            </a:r>
            <a:r>
              <a:rPr lang="en-US" sz="2742" b="1" dirty="0">
                <a:solidFill>
                  <a:srgbClr val="545454"/>
                </a:solidFill>
                <a:latin typeface="Klein Bold"/>
                <a:ea typeface="Klein Bold"/>
                <a:cs typeface="Klein Bold"/>
                <a:sym typeface="Klein Bold"/>
              </a:rPr>
              <a:t> </a:t>
            </a:r>
            <a:r>
              <a:rPr lang="tr-TR" sz="2742" b="1" dirty="0">
                <a:solidFill>
                  <a:srgbClr val="545454"/>
                </a:solidFill>
                <a:latin typeface="Klein Bold"/>
                <a:ea typeface="Klein Bold"/>
                <a:cs typeface="Klein Bold"/>
                <a:sym typeface="Klein Bold"/>
              </a:rPr>
              <a:t>illa </a:t>
            </a:r>
            <a:r>
              <a:rPr lang="en-US" sz="2742" b="1" dirty="0" err="1">
                <a:solidFill>
                  <a:srgbClr val="545454"/>
                </a:solidFill>
                <a:latin typeface="Klein Bold"/>
                <a:ea typeface="Klein Bold"/>
                <a:cs typeface="Klein Bold"/>
                <a:sym typeface="Klein Bold"/>
              </a:rPr>
              <a:t>ente</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sübhaneke</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inni</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küntiminezalimin</a:t>
            </a:r>
            <a:r>
              <a:rPr lang="en-US" sz="2742" b="1" dirty="0">
                <a:solidFill>
                  <a:srgbClr val="545454"/>
                </a:solidFill>
                <a:latin typeface="Klein Bold"/>
                <a:ea typeface="Klein Bold"/>
                <a:cs typeface="Klein Bold"/>
                <a:sym typeface="Klein Bold"/>
              </a:rPr>
              <a:t>”</a:t>
            </a:r>
          </a:p>
          <a:p>
            <a:pPr algn="just">
              <a:lnSpc>
                <a:spcPts val="3839"/>
              </a:lnSpc>
            </a:pPr>
            <a:r>
              <a:rPr lang="en-US" sz="2742" b="1" dirty="0">
                <a:solidFill>
                  <a:srgbClr val="545454"/>
                </a:solidFill>
                <a:latin typeface="Klein Bold"/>
                <a:ea typeface="Klein Bold"/>
                <a:cs typeface="Klein Bold"/>
                <a:sym typeface="Klein Bold"/>
              </a:rPr>
              <a:t>"Senden </a:t>
            </a:r>
            <a:r>
              <a:rPr lang="en-US" sz="2742" b="1" dirty="0" err="1">
                <a:solidFill>
                  <a:srgbClr val="545454"/>
                </a:solidFill>
                <a:latin typeface="Klein Bold"/>
                <a:ea typeface="Klein Bold"/>
                <a:cs typeface="Klein Bold"/>
                <a:sym typeface="Klein Bold"/>
              </a:rPr>
              <a:t>başka</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ilah</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yoktur</a:t>
            </a:r>
            <a:r>
              <a:rPr lang="en-US" sz="2742" b="1" dirty="0">
                <a:solidFill>
                  <a:srgbClr val="545454"/>
                </a:solidFill>
                <a:latin typeface="Klein Bold"/>
                <a:ea typeface="Klein Bold"/>
                <a:cs typeface="Klein Bold"/>
                <a:sym typeface="Klein Bold"/>
              </a:rPr>
              <a:t>. Seni </a:t>
            </a:r>
            <a:r>
              <a:rPr lang="en-US" sz="2742" b="1" dirty="0" err="1">
                <a:solidFill>
                  <a:srgbClr val="545454"/>
                </a:solidFill>
                <a:latin typeface="Klein Bold"/>
                <a:ea typeface="Klein Bold"/>
                <a:cs typeface="Klein Bold"/>
                <a:sym typeface="Klein Bold"/>
              </a:rPr>
              <a:t>tüm</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eksikliklerden</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tenzih</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ederim</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Şüphesiz</a:t>
            </a:r>
            <a:r>
              <a:rPr lang="en-US" sz="2742" b="1" dirty="0">
                <a:solidFill>
                  <a:srgbClr val="545454"/>
                </a:solidFill>
                <a:latin typeface="Klein Bold"/>
                <a:ea typeface="Klein Bold"/>
                <a:cs typeface="Klein Bold"/>
                <a:sym typeface="Klein Bold"/>
              </a:rPr>
              <a:t> ben, </a:t>
            </a:r>
            <a:r>
              <a:rPr lang="en-US" sz="2742" b="1" dirty="0" err="1">
                <a:solidFill>
                  <a:srgbClr val="545454"/>
                </a:solidFill>
                <a:latin typeface="Klein Bold"/>
                <a:ea typeface="Klein Bold"/>
                <a:cs typeface="Klein Bold"/>
                <a:sym typeface="Klein Bold"/>
              </a:rPr>
              <a:t>kendine</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zulmedenlerden</a:t>
            </a:r>
            <a:r>
              <a:rPr lang="en-US" sz="2742" b="1" dirty="0">
                <a:solidFill>
                  <a:srgbClr val="545454"/>
                </a:solidFill>
                <a:latin typeface="Klein Bold"/>
                <a:ea typeface="Klein Bold"/>
                <a:cs typeface="Klein Bold"/>
                <a:sym typeface="Klein Bold"/>
              </a:rPr>
              <a:t> </a:t>
            </a:r>
            <a:r>
              <a:rPr lang="en-US" sz="2742" b="1" dirty="0" err="1">
                <a:solidFill>
                  <a:srgbClr val="545454"/>
                </a:solidFill>
                <a:latin typeface="Klein Bold"/>
                <a:ea typeface="Klein Bold"/>
                <a:cs typeface="Klein Bold"/>
                <a:sym typeface="Klein Bold"/>
              </a:rPr>
              <a:t>oldum</a:t>
            </a:r>
            <a:r>
              <a:rPr lang="en-US" sz="2742" b="1" dirty="0">
                <a:solidFill>
                  <a:srgbClr val="545454"/>
                </a:solidFill>
                <a:latin typeface="Klein Bold"/>
                <a:ea typeface="Klein Bold"/>
                <a:cs typeface="Klein Bold"/>
                <a:sym typeface="Klein Bold"/>
              </a:rPr>
              <a:t>."   (21:87)</a:t>
            </a:r>
          </a:p>
          <a:p>
            <a:pPr algn="just">
              <a:lnSpc>
                <a:spcPts val="3839"/>
              </a:lnSpc>
            </a:pPr>
            <a:endParaRPr lang="en-US" sz="2742" b="1" dirty="0">
              <a:solidFill>
                <a:srgbClr val="545454"/>
              </a:solidFill>
              <a:latin typeface="Klein Bold"/>
              <a:ea typeface="Klein Bold"/>
              <a:cs typeface="Klein Bold"/>
              <a:sym typeface="Klein Bold"/>
            </a:endParaRP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AutoShape 3"/>
          <p:cNvSpPr/>
          <p:nvPr/>
        </p:nvSpPr>
        <p:spPr>
          <a:xfrm>
            <a:off x="1028700" y="9239250"/>
            <a:ext cx="17397092" cy="19050"/>
          </a:xfrm>
          <a:prstGeom prst="line">
            <a:avLst/>
          </a:prstGeom>
          <a:ln w="38100" cap="flat">
            <a:solidFill>
              <a:srgbClr val="000000"/>
            </a:solidFill>
            <a:prstDash val="solid"/>
            <a:headEnd type="none" w="sm" len="sm"/>
            <a:tailEnd type="none" w="sm" len="sm"/>
          </a:ln>
        </p:spPr>
      </p:sp>
      <p:sp>
        <p:nvSpPr>
          <p:cNvPr id="4" name="Freeform 4"/>
          <p:cNvSpPr/>
          <p:nvPr/>
        </p:nvSpPr>
        <p:spPr>
          <a:xfrm>
            <a:off x="12233164" y="1462547"/>
            <a:ext cx="5915027" cy="7795753"/>
          </a:xfrm>
          <a:custGeom>
            <a:avLst/>
            <a:gdLst/>
            <a:ahLst/>
            <a:cxnLst/>
            <a:rect l="l" t="t" r="r" b="b"/>
            <a:pathLst>
              <a:path w="5915027" h="7795753">
                <a:moveTo>
                  <a:pt x="0" y="0"/>
                </a:moveTo>
                <a:lnTo>
                  <a:pt x="5915028" y="0"/>
                </a:lnTo>
                <a:lnTo>
                  <a:pt x="5915028" y="7795753"/>
                </a:lnTo>
                <a:lnTo>
                  <a:pt x="0" y="7795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028700" y="977831"/>
            <a:ext cx="13226350" cy="1565644"/>
          </a:xfrm>
          <a:prstGeom prst="rect">
            <a:avLst/>
          </a:prstGeom>
        </p:spPr>
        <p:txBody>
          <a:bodyPr lIns="0" tIns="0" rIns="0" bIns="0" rtlCol="0" anchor="t">
            <a:spAutoFit/>
          </a:bodyPr>
          <a:lstStyle/>
          <a:p>
            <a:pPr algn="l">
              <a:lnSpc>
                <a:spcPts val="10147"/>
              </a:lnSpc>
            </a:pPr>
            <a:r>
              <a:rPr lang="en-US" sz="10354" b="1" spc="-207">
                <a:solidFill>
                  <a:srgbClr val="545454"/>
                </a:solidFill>
                <a:latin typeface="ITC Avant Garde Gothic Bold"/>
                <a:ea typeface="ITC Avant Garde Gothic Bold"/>
                <a:cs typeface="ITC Avant Garde Gothic Bold"/>
                <a:sym typeface="ITC Avant Garde Gothic Bold"/>
              </a:rPr>
              <a:t>Kurtuluş</a:t>
            </a:r>
          </a:p>
        </p:txBody>
      </p:sp>
      <p:sp>
        <p:nvSpPr>
          <p:cNvPr id="6" name="TextBox 6"/>
          <p:cNvSpPr txBox="1"/>
          <p:nvPr/>
        </p:nvSpPr>
        <p:spPr>
          <a:xfrm>
            <a:off x="1028700" y="3065521"/>
            <a:ext cx="8896039" cy="5556433"/>
          </a:xfrm>
          <a:prstGeom prst="rect">
            <a:avLst/>
          </a:prstGeom>
        </p:spPr>
        <p:txBody>
          <a:bodyPr lIns="0" tIns="0" rIns="0" bIns="0" rtlCol="0" anchor="t">
            <a:spAutoFit/>
          </a:bodyPr>
          <a:lstStyle/>
          <a:p>
            <a:pPr algn="just">
              <a:lnSpc>
                <a:spcPts val="4400"/>
              </a:lnSpc>
            </a:pPr>
            <a:r>
              <a:rPr lang="en-US" sz="3143" b="1" spc="72">
                <a:solidFill>
                  <a:srgbClr val="545454"/>
                </a:solidFill>
                <a:latin typeface="Klein Bold"/>
                <a:ea typeface="Klein Bold"/>
                <a:cs typeface="Klein Bold"/>
                <a:sym typeface="Klein Bold"/>
              </a:rPr>
              <a:t>Hz. Yunus’un samimi tövbesi üzerine, balık onu Allah'ın izniyle sağ salim bir kıyıya bıraktı. Bedeni ve ruhu çok yorgundu. Allah, güneşten etkilenmemesi ve sineklerden korunması için onun yanında geniş yapraklı Yaktin (kabakgillerden bir bitki) bitirdi. Burada iyileşen Hz. Yunus, artık eski Yunus değildi; daha sabırlı ve daha bilge bir peygamber olarak ayağa kalktı.</a:t>
            </a:r>
          </a:p>
        </p:txBody>
      </p:sp>
      <p:sp>
        <p:nvSpPr>
          <p:cNvPr id="7" name="TextBox 7"/>
          <p:cNvSpPr txBox="1"/>
          <p:nvPr/>
        </p:nvSpPr>
        <p:spPr>
          <a:xfrm rot="-3253823">
            <a:off x="9683843" y="1494308"/>
            <a:ext cx="4668906" cy="1162255"/>
          </a:xfrm>
          <a:prstGeom prst="rect">
            <a:avLst/>
          </a:prstGeom>
        </p:spPr>
        <p:txBody>
          <a:bodyPr lIns="0" tIns="0" rIns="0" bIns="0" rtlCol="0" anchor="t">
            <a:spAutoFit/>
          </a:bodyPr>
          <a:lstStyle/>
          <a:p>
            <a:pPr algn="ctr">
              <a:lnSpc>
                <a:spcPts val="9587"/>
              </a:lnSpc>
            </a:pPr>
            <a:r>
              <a:rPr lang="en-US" sz="6847">
                <a:solidFill>
                  <a:srgbClr val="000000"/>
                </a:solidFill>
                <a:latin typeface="Adigiana Toybox Bold"/>
                <a:ea typeface="Adigiana Toybox Bold"/>
                <a:cs typeface="Adigiana Toybox Bold"/>
                <a:sym typeface="Adigiana Toybox Bold"/>
              </a:rPr>
              <a:t>Yunus Değil</a:t>
            </a:r>
          </a:p>
        </p:txBody>
      </p:sp>
      <p:grpSp>
        <p:nvGrpSpPr>
          <p:cNvPr id="8" name="Group 8"/>
          <p:cNvGrpSpPr/>
          <p:nvPr/>
        </p:nvGrpSpPr>
        <p:grpSpPr>
          <a:xfrm>
            <a:off x="13798638" y="616200"/>
            <a:ext cx="870585" cy="502920"/>
            <a:chOff x="0" y="0"/>
            <a:chExt cx="1160780" cy="670560"/>
          </a:xfrm>
        </p:grpSpPr>
        <p:sp>
          <p:nvSpPr>
            <p:cNvPr id="9" name="Freeform 9"/>
            <p:cNvSpPr/>
            <p:nvPr/>
          </p:nvSpPr>
          <p:spPr>
            <a:xfrm>
              <a:off x="50038" y="50660"/>
              <a:ext cx="1059942" cy="573949"/>
            </a:xfrm>
            <a:custGeom>
              <a:avLst/>
              <a:gdLst/>
              <a:ahLst/>
              <a:cxnLst/>
              <a:rect l="l" t="t" r="r" b="b"/>
              <a:pathLst>
                <a:path w="1059942" h="573949">
                  <a:moveTo>
                    <a:pt x="24892" y="158890"/>
                  </a:moveTo>
                  <a:cubicBezTo>
                    <a:pt x="205232" y="166510"/>
                    <a:pt x="247142" y="185560"/>
                    <a:pt x="276352" y="200800"/>
                  </a:cubicBezTo>
                  <a:cubicBezTo>
                    <a:pt x="296672" y="212230"/>
                    <a:pt x="306832" y="221120"/>
                    <a:pt x="324612" y="237630"/>
                  </a:cubicBezTo>
                  <a:cubicBezTo>
                    <a:pt x="353822" y="266840"/>
                    <a:pt x="383032" y="329070"/>
                    <a:pt x="424942" y="365900"/>
                  </a:cubicBezTo>
                  <a:cubicBezTo>
                    <a:pt x="471932" y="406540"/>
                    <a:pt x="535432" y="448450"/>
                    <a:pt x="595122" y="467500"/>
                  </a:cubicBezTo>
                  <a:cubicBezTo>
                    <a:pt x="653542" y="485280"/>
                    <a:pt x="710692" y="471310"/>
                    <a:pt x="776732" y="477660"/>
                  </a:cubicBezTo>
                  <a:cubicBezTo>
                    <a:pt x="856742" y="486550"/>
                    <a:pt x="1005332" y="495440"/>
                    <a:pt x="1040892" y="518300"/>
                  </a:cubicBezTo>
                  <a:cubicBezTo>
                    <a:pt x="1053592" y="527190"/>
                    <a:pt x="1059942" y="538620"/>
                    <a:pt x="1059942" y="546240"/>
                  </a:cubicBezTo>
                  <a:cubicBezTo>
                    <a:pt x="1058672" y="553860"/>
                    <a:pt x="1047242" y="567830"/>
                    <a:pt x="1039622" y="567830"/>
                  </a:cubicBezTo>
                  <a:cubicBezTo>
                    <a:pt x="1029462" y="567830"/>
                    <a:pt x="1015492" y="548780"/>
                    <a:pt x="1002792" y="528460"/>
                  </a:cubicBezTo>
                  <a:cubicBezTo>
                    <a:pt x="974852" y="482740"/>
                    <a:pt x="949452" y="359550"/>
                    <a:pt x="911352" y="282080"/>
                  </a:cubicBezTo>
                  <a:cubicBezTo>
                    <a:pt x="875792" y="207150"/>
                    <a:pt x="819912" y="110630"/>
                    <a:pt x="784352" y="71260"/>
                  </a:cubicBezTo>
                  <a:cubicBezTo>
                    <a:pt x="767842" y="52210"/>
                    <a:pt x="744982" y="48400"/>
                    <a:pt x="739902" y="35700"/>
                  </a:cubicBezTo>
                  <a:cubicBezTo>
                    <a:pt x="736092" y="28080"/>
                    <a:pt x="736092" y="17920"/>
                    <a:pt x="739902" y="12840"/>
                  </a:cubicBezTo>
                  <a:cubicBezTo>
                    <a:pt x="743712" y="6490"/>
                    <a:pt x="752602" y="-1130"/>
                    <a:pt x="760222" y="140"/>
                  </a:cubicBezTo>
                  <a:cubicBezTo>
                    <a:pt x="767842" y="140"/>
                    <a:pt x="783082" y="9030"/>
                    <a:pt x="785622" y="16650"/>
                  </a:cubicBezTo>
                  <a:cubicBezTo>
                    <a:pt x="789432" y="23000"/>
                    <a:pt x="786892" y="34430"/>
                    <a:pt x="783082" y="39510"/>
                  </a:cubicBezTo>
                  <a:cubicBezTo>
                    <a:pt x="778002" y="45860"/>
                    <a:pt x="761492" y="50940"/>
                    <a:pt x="753872" y="48400"/>
                  </a:cubicBezTo>
                  <a:cubicBezTo>
                    <a:pt x="746252" y="47130"/>
                    <a:pt x="738632" y="38240"/>
                    <a:pt x="737362" y="30620"/>
                  </a:cubicBezTo>
                  <a:cubicBezTo>
                    <a:pt x="736092" y="24270"/>
                    <a:pt x="738632" y="12840"/>
                    <a:pt x="743712" y="7760"/>
                  </a:cubicBezTo>
                  <a:cubicBezTo>
                    <a:pt x="748792" y="2680"/>
                    <a:pt x="762762" y="-1130"/>
                    <a:pt x="774192" y="2680"/>
                  </a:cubicBezTo>
                  <a:cubicBezTo>
                    <a:pt x="797052" y="10300"/>
                    <a:pt x="830072" y="58560"/>
                    <a:pt x="859282" y="97930"/>
                  </a:cubicBezTo>
                  <a:cubicBezTo>
                    <a:pt x="897382" y="151270"/>
                    <a:pt x="948182" y="243980"/>
                    <a:pt x="976122" y="298590"/>
                  </a:cubicBezTo>
                  <a:cubicBezTo>
                    <a:pt x="993902" y="336690"/>
                    <a:pt x="1006602" y="360820"/>
                    <a:pt x="1016762" y="396380"/>
                  </a:cubicBezTo>
                  <a:cubicBezTo>
                    <a:pt x="1026922" y="433210"/>
                    <a:pt x="1023112" y="494170"/>
                    <a:pt x="1034542" y="517030"/>
                  </a:cubicBezTo>
                  <a:cubicBezTo>
                    <a:pt x="1042162" y="529730"/>
                    <a:pt x="1059942" y="532270"/>
                    <a:pt x="1059942" y="539890"/>
                  </a:cubicBezTo>
                  <a:cubicBezTo>
                    <a:pt x="1059942" y="548780"/>
                    <a:pt x="1051052" y="562750"/>
                    <a:pt x="1034542" y="567830"/>
                  </a:cubicBezTo>
                  <a:cubicBezTo>
                    <a:pt x="976122" y="589420"/>
                    <a:pt x="684022" y="550050"/>
                    <a:pt x="568452" y="509410"/>
                  </a:cubicBezTo>
                  <a:cubicBezTo>
                    <a:pt x="489712" y="481470"/>
                    <a:pt x="433832" y="440830"/>
                    <a:pt x="385572" y="397650"/>
                  </a:cubicBezTo>
                  <a:cubicBezTo>
                    <a:pt x="346202" y="362090"/>
                    <a:pt x="320802" y="304940"/>
                    <a:pt x="294132" y="278270"/>
                  </a:cubicBezTo>
                  <a:cubicBezTo>
                    <a:pt x="278892" y="263030"/>
                    <a:pt x="270002" y="256680"/>
                    <a:pt x="252222" y="246520"/>
                  </a:cubicBezTo>
                  <a:cubicBezTo>
                    <a:pt x="229362" y="232550"/>
                    <a:pt x="198882" y="217310"/>
                    <a:pt x="164592" y="209690"/>
                  </a:cubicBezTo>
                  <a:cubicBezTo>
                    <a:pt x="121412" y="200800"/>
                    <a:pt x="35052" y="222390"/>
                    <a:pt x="12192" y="207150"/>
                  </a:cubicBezTo>
                  <a:cubicBezTo>
                    <a:pt x="2032" y="199530"/>
                    <a:pt x="-1778" y="183020"/>
                    <a:pt x="762" y="175400"/>
                  </a:cubicBezTo>
                  <a:cubicBezTo>
                    <a:pt x="3302" y="167780"/>
                    <a:pt x="24892" y="158890"/>
                    <a:pt x="24892" y="158890"/>
                  </a:cubicBezTo>
                </a:path>
              </a:pathLst>
            </a:custGeom>
            <a:solidFill>
              <a:srgbClr val="000000"/>
            </a:solidFill>
            <a:ln cap="sq">
              <a:noFill/>
              <a:prstDash val="solid"/>
              <a:miter/>
            </a:ln>
          </p:spPr>
        </p:sp>
      </p:grpSp>
      <p:grpSp>
        <p:nvGrpSpPr>
          <p:cNvPr id="10" name="Group 10"/>
          <p:cNvGrpSpPr/>
          <p:nvPr/>
        </p:nvGrpSpPr>
        <p:grpSpPr>
          <a:xfrm>
            <a:off x="13978661" y="1063875"/>
            <a:ext cx="664845" cy="383858"/>
            <a:chOff x="0" y="0"/>
            <a:chExt cx="886460" cy="511810"/>
          </a:xfrm>
        </p:grpSpPr>
        <p:sp>
          <p:nvSpPr>
            <p:cNvPr id="11" name="Freeform 11"/>
            <p:cNvSpPr/>
            <p:nvPr/>
          </p:nvSpPr>
          <p:spPr>
            <a:xfrm>
              <a:off x="48500" y="48456"/>
              <a:ext cx="788113" cy="412554"/>
            </a:xfrm>
            <a:custGeom>
              <a:avLst/>
              <a:gdLst/>
              <a:ahLst/>
              <a:cxnLst/>
              <a:rect l="l" t="t" r="r" b="b"/>
              <a:pathLst>
                <a:path w="788113" h="412554">
                  <a:moveTo>
                    <a:pt x="763030" y="53144"/>
                  </a:moveTo>
                  <a:cubicBezTo>
                    <a:pt x="638570" y="64574"/>
                    <a:pt x="444260" y="129344"/>
                    <a:pt x="352820" y="168714"/>
                  </a:cubicBezTo>
                  <a:cubicBezTo>
                    <a:pt x="290590" y="195384"/>
                    <a:pt x="252490" y="215704"/>
                    <a:pt x="204230" y="251264"/>
                  </a:cubicBezTo>
                  <a:cubicBezTo>
                    <a:pt x="147080" y="293174"/>
                    <a:pt x="73420" y="397314"/>
                    <a:pt x="37860" y="408744"/>
                  </a:cubicBezTo>
                  <a:cubicBezTo>
                    <a:pt x="25160" y="413824"/>
                    <a:pt x="12460" y="411284"/>
                    <a:pt x="7380" y="404934"/>
                  </a:cubicBezTo>
                  <a:cubicBezTo>
                    <a:pt x="2300" y="398584"/>
                    <a:pt x="2300" y="375724"/>
                    <a:pt x="8650" y="368104"/>
                  </a:cubicBezTo>
                  <a:cubicBezTo>
                    <a:pt x="12460" y="363024"/>
                    <a:pt x="23890" y="360484"/>
                    <a:pt x="31510" y="361754"/>
                  </a:cubicBezTo>
                  <a:cubicBezTo>
                    <a:pt x="37860" y="364294"/>
                    <a:pt x="46750" y="371914"/>
                    <a:pt x="49290" y="378264"/>
                  </a:cubicBezTo>
                  <a:cubicBezTo>
                    <a:pt x="51830" y="384614"/>
                    <a:pt x="50560" y="396044"/>
                    <a:pt x="45480" y="401124"/>
                  </a:cubicBezTo>
                  <a:cubicBezTo>
                    <a:pt x="41670" y="407474"/>
                    <a:pt x="31510" y="412554"/>
                    <a:pt x="25160" y="412554"/>
                  </a:cubicBezTo>
                  <a:cubicBezTo>
                    <a:pt x="17540" y="412554"/>
                    <a:pt x="7380" y="407474"/>
                    <a:pt x="3570" y="401124"/>
                  </a:cubicBezTo>
                  <a:cubicBezTo>
                    <a:pt x="-240" y="394774"/>
                    <a:pt x="-1510" y="385884"/>
                    <a:pt x="2300" y="376994"/>
                  </a:cubicBezTo>
                  <a:cubicBezTo>
                    <a:pt x="7380" y="360484"/>
                    <a:pt x="41670" y="324924"/>
                    <a:pt x="58180" y="313494"/>
                  </a:cubicBezTo>
                  <a:cubicBezTo>
                    <a:pt x="67070" y="308414"/>
                    <a:pt x="73420" y="312224"/>
                    <a:pt x="82310" y="307144"/>
                  </a:cubicBezTo>
                  <a:cubicBezTo>
                    <a:pt x="105170" y="293174"/>
                    <a:pt x="138190" y="238564"/>
                    <a:pt x="175020" y="209354"/>
                  </a:cubicBezTo>
                  <a:cubicBezTo>
                    <a:pt x="219470" y="176334"/>
                    <a:pt x="269000" y="149664"/>
                    <a:pt x="335040" y="121724"/>
                  </a:cubicBezTo>
                  <a:cubicBezTo>
                    <a:pt x="430290" y="79814"/>
                    <a:pt x="628410" y="11234"/>
                    <a:pt x="704610" y="2344"/>
                  </a:cubicBezTo>
                  <a:cubicBezTo>
                    <a:pt x="738900" y="-1466"/>
                    <a:pt x="768110" y="-1466"/>
                    <a:pt x="779540" y="8694"/>
                  </a:cubicBezTo>
                  <a:cubicBezTo>
                    <a:pt x="787160" y="15044"/>
                    <a:pt x="789700" y="30284"/>
                    <a:pt x="787160" y="36634"/>
                  </a:cubicBezTo>
                  <a:cubicBezTo>
                    <a:pt x="783350" y="44254"/>
                    <a:pt x="763030" y="53144"/>
                    <a:pt x="763030" y="53144"/>
                  </a:cubicBezTo>
                </a:path>
              </a:pathLst>
            </a:custGeom>
            <a:solidFill>
              <a:srgbClr val="000000"/>
            </a:solidFill>
            <a:ln cap="sq">
              <a:noFill/>
              <a:prstDash val="solid"/>
              <a:miter/>
            </a:ln>
          </p:spPr>
        </p:sp>
      </p:grpSp>
      <p:grpSp>
        <p:nvGrpSpPr>
          <p:cNvPr id="12" name="Group 12"/>
          <p:cNvGrpSpPr/>
          <p:nvPr/>
        </p:nvGrpSpPr>
        <p:grpSpPr>
          <a:xfrm>
            <a:off x="12690881" y="2006850"/>
            <a:ext cx="1469708" cy="637222"/>
            <a:chOff x="0" y="0"/>
            <a:chExt cx="1959610" cy="849630"/>
          </a:xfrm>
        </p:grpSpPr>
        <p:sp>
          <p:nvSpPr>
            <p:cNvPr id="13" name="Freeform 13"/>
            <p:cNvSpPr/>
            <p:nvPr/>
          </p:nvSpPr>
          <p:spPr>
            <a:xfrm>
              <a:off x="50800" y="47756"/>
              <a:ext cx="1857047" cy="752530"/>
            </a:xfrm>
            <a:custGeom>
              <a:avLst/>
              <a:gdLst/>
              <a:ahLst/>
              <a:cxnLst/>
              <a:rect l="l" t="t" r="r" b="b"/>
              <a:pathLst>
                <a:path w="1857047" h="752530">
                  <a:moveTo>
                    <a:pt x="19050" y="700274"/>
                  </a:moveTo>
                  <a:cubicBezTo>
                    <a:pt x="231140" y="648204"/>
                    <a:pt x="327660" y="593594"/>
                    <a:pt x="430530" y="552954"/>
                  </a:cubicBezTo>
                  <a:cubicBezTo>
                    <a:pt x="556260" y="503424"/>
                    <a:pt x="763270" y="428494"/>
                    <a:pt x="858520" y="403094"/>
                  </a:cubicBezTo>
                  <a:cubicBezTo>
                    <a:pt x="904240" y="390394"/>
                    <a:pt x="920750" y="395474"/>
                    <a:pt x="962660" y="382774"/>
                  </a:cubicBezTo>
                  <a:cubicBezTo>
                    <a:pt x="1028700" y="363724"/>
                    <a:pt x="1117600" y="310384"/>
                    <a:pt x="1215390" y="281174"/>
                  </a:cubicBezTo>
                  <a:cubicBezTo>
                    <a:pt x="1339850" y="244344"/>
                    <a:pt x="1549400" y="221484"/>
                    <a:pt x="1653540" y="193544"/>
                  </a:cubicBezTo>
                  <a:cubicBezTo>
                    <a:pt x="1713230" y="178304"/>
                    <a:pt x="1753870" y="155444"/>
                    <a:pt x="1789430" y="149094"/>
                  </a:cubicBezTo>
                  <a:cubicBezTo>
                    <a:pt x="1812290" y="145284"/>
                    <a:pt x="1835150" y="141474"/>
                    <a:pt x="1845310" y="146554"/>
                  </a:cubicBezTo>
                  <a:cubicBezTo>
                    <a:pt x="1852930" y="151634"/>
                    <a:pt x="1856740" y="160524"/>
                    <a:pt x="1856740" y="168144"/>
                  </a:cubicBezTo>
                  <a:cubicBezTo>
                    <a:pt x="1858010" y="174494"/>
                    <a:pt x="1855470" y="183384"/>
                    <a:pt x="1846580" y="188464"/>
                  </a:cubicBezTo>
                  <a:cubicBezTo>
                    <a:pt x="1817370" y="206244"/>
                    <a:pt x="1670050" y="187194"/>
                    <a:pt x="1582420" y="174494"/>
                  </a:cubicBezTo>
                  <a:cubicBezTo>
                    <a:pt x="1493520" y="160524"/>
                    <a:pt x="1416050" y="124964"/>
                    <a:pt x="1316990" y="105914"/>
                  </a:cubicBezTo>
                  <a:cubicBezTo>
                    <a:pt x="1193800" y="83054"/>
                    <a:pt x="949960" y="71624"/>
                    <a:pt x="900430" y="52574"/>
                  </a:cubicBezTo>
                  <a:cubicBezTo>
                    <a:pt x="889000" y="48764"/>
                    <a:pt x="882650" y="46224"/>
                    <a:pt x="880110" y="39874"/>
                  </a:cubicBezTo>
                  <a:cubicBezTo>
                    <a:pt x="877570" y="32254"/>
                    <a:pt x="878840" y="14474"/>
                    <a:pt x="885190" y="9394"/>
                  </a:cubicBezTo>
                  <a:cubicBezTo>
                    <a:pt x="891540" y="4314"/>
                    <a:pt x="908050" y="1774"/>
                    <a:pt x="915670" y="5584"/>
                  </a:cubicBezTo>
                  <a:cubicBezTo>
                    <a:pt x="922020" y="9394"/>
                    <a:pt x="927100" y="19554"/>
                    <a:pt x="928370" y="25904"/>
                  </a:cubicBezTo>
                  <a:cubicBezTo>
                    <a:pt x="928370" y="33524"/>
                    <a:pt x="924560" y="43684"/>
                    <a:pt x="918210" y="47494"/>
                  </a:cubicBezTo>
                  <a:cubicBezTo>
                    <a:pt x="911860" y="52574"/>
                    <a:pt x="894080" y="52574"/>
                    <a:pt x="887730" y="47494"/>
                  </a:cubicBezTo>
                  <a:cubicBezTo>
                    <a:pt x="881380" y="43684"/>
                    <a:pt x="876300" y="25904"/>
                    <a:pt x="878840" y="18284"/>
                  </a:cubicBezTo>
                  <a:cubicBezTo>
                    <a:pt x="881380" y="11934"/>
                    <a:pt x="885190" y="6854"/>
                    <a:pt x="896620" y="3044"/>
                  </a:cubicBezTo>
                  <a:cubicBezTo>
                    <a:pt x="944880" y="-12196"/>
                    <a:pt x="1203960" y="33524"/>
                    <a:pt x="1328420" y="57654"/>
                  </a:cubicBezTo>
                  <a:cubicBezTo>
                    <a:pt x="1424940" y="75434"/>
                    <a:pt x="1498600" y="109724"/>
                    <a:pt x="1583690" y="123694"/>
                  </a:cubicBezTo>
                  <a:cubicBezTo>
                    <a:pt x="1667510" y="137664"/>
                    <a:pt x="1797050" y="127504"/>
                    <a:pt x="1833880" y="142744"/>
                  </a:cubicBezTo>
                  <a:cubicBezTo>
                    <a:pt x="1846580" y="147824"/>
                    <a:pt x="1854200" y="154174"/>
                    <a:pt x="1856740" y="161794"/>
                  </a:cubicBezTo>
                  <a:cubicBezTo>
                    <a:pt x="1858010" y="169414"/>
                    <a:pt x="1855470" y="180844"/>
                    <a:pt x="1846580" y="188464"/>
                  </a:cubicBezTo>
                  <a:cubicBezTo>
                    <a:pt x="1823720" y="211324"/>
                    <a:pt x="1738630" y="225294"/>
                    <a:pt x="1663700" y="244344"/>
                  </a:cubicBezTo>
                  <a:cubicBezTo>
                    <a:pt x="1551940" y="271014"/>
                    <a:pt x="1332230" y="296414"/>
                    <a:pt x="1236980" y="326894"/>
                  </a:cubicBezTo>
                  <a:cubicBezTo>
                    <a:pt x="1184910" y="343404"/>
                    <a:pt x="1168400" y="363724"/>
                    <a:pt x="1122680" y="380234"/>
                  </a:cubicBezTo>
                  <a:cubicBezTo>
                    <a:pt x="1056640" y="404364"/>
                    <a:pt x="969010" y="420874"/>
                    <a:pt x="875030" y="450084"/>
                  </a:cubicBezTo>
                  <a:cubicBezTo>
                    <a:pt x="753110" y="489454"/>
                    <a:pt x="579120" y="549144"/>
                    <a:pt x="452120" y="598674"/>
                  </a:cubicBezTo>
                  <a:cubicBezTo>
                    <a:pt x="346710" y="639314"/>
                    <a:pt x="245110" y="697734"/>
                    <a:pt x="163830" y="723134"/>
                  </a:cubicBezTo>
                  <a:cubicBezTo>
                    <a:pt x="109220" y="739644"/>
                    <a:pt x="44450" y="759964"/>
                    <a:pt x="19050" y="749804"/>
                  </a:cubicBezTo>
                  <a:cubicBezTo>
                    <a:pt x="7620" y="744724"/>
                    <a:pt x="0" y="730754"/>
                    <a:pt x="0" y="721864"/>
                  </a:cubicBezTo>
                  <a:cubicBezTo>
                    <a:pt x="1270" y="714244"/>
                    <a:pt x="19050" y="700274"/>
                    <a:pt x="19050" y="700274"/>
                  </a:cubicBezTo>
                </a:path>
              </a:pathLst>
            </a:custGeom>
            <a:solidFill>
              <a:srgbClr val="000000"/>
            </a:solidFill>
            <a:ln cap="sq">
              <a:noFill/>
              <a:prstDash val="solid"/>
              <a:miter/>
            </a:ln>
          </p:spPr>
        </p:sp>
      </p:grpSp>
      <p:grpSp>
        <p:nvGrpSpPr>
          <p:cNvPr id="14" name="Group 14"/>
          <p:cNvGrpSpPr/>
          <p:nvPr/>
        </p:nvGrpSpPr>
        <p:grpSpPr>
          <a:xfrm>
            <a:off x="13572896" y="2111625"/>
            <a:ext cx="562928" cy="755332"/>
            <a:chOff x="0" y="0"/>
            <a:chExt cx="750570" cy="1007110"/>
          </a:xfrm>
        </p:grpSpPr>
        <p:sp>
          <p:nvSpPr>
            <p:cNvPr id="15" name="Freeform 15"/>
            <p:cNvSpPr/>
            <p:nvPr/>
          </p:nvSpPr>
          <p:spPr>
            <a:xfrm>
              <a:off x="50557" y="50240"/>
              <a:ext cx="649213" cy="906299"/>
            </a:xfrm>
            <a:custGeom>
              <a:avLst/>
              <a:gdLst/>
              <a:ahLst/>
              <a:cxnLst/>
              <a:rect l="l" t="t" r="r" b="b"/>
              <a:pathLst>
                <a:path w="649213" h="906299">
                  <a:moveTo>
                    <a:pt x="649213" y="29770"/>
                  </a:moveTo>
                  <a:cubicBezTo>
                    <a:pt x="594603" y="279960"/>
                    <a:pt x="548883" y="439980"/>
                    <a:pt x="484113" y="536500"/>
                  </a:cubicBezTo>
                  <a:cubicBezTo>
                    <a:pt x="425693" y="622860"/>
                    <a:pt x="327903" y="693980"/>
                    <a:pt x="260593" y="744780"/>
                  </a:cubicBezTo>
                  <a:cubicBezTo>
                    <a:pt x="212333" y="780340"/>
                    <a:pt x="166613" y="793040"/>
                    <a:pt x="127243" y="822250"/>
                  </a:cubicBezTo>
                  <a:cubicBezTo>
                    <a:pt x="92953" y="847650"/>
                    <a:pt x="61203" y="900990"/>
                    <a:pt x="37073" y="904800"/>
                  </a:cubicBezTo>
                  <a:cubicBezTo>
                    <a:pt x="23103" y="907340"/>
                    <a:pt x="6593" y="899720"/>
                    <a:pt x="2783" y="892100"/>
                  </a:cubicBezTo>
                  <a:cubicBezTo>
                    <a:pt x="-1027" y="884480"/>
                    <a:pt x="4053" y="866700"/>
                    <a:pt x="10403" y="862890"/>
                  </a:cubicBezTo>
                  <a:cubicBezTo>
                    <a:pt x="18023" y="857810"/>
                    <a:pt x="42153" y="860350"/>
                    <a:pt x="47233" y="867970"/>
                  </a:cubicBezTo>
                  <a:cubicBezTo>
                    <a:pt x="51043" y="874320"/>
                    <a:pt x="45963" y="898450"/>
                    <a:pt x="39613" y="903530"/>
                  </a:cubicBezTo>
                  <a:cubicBezTo>
                    <a:pt x="33263" y="908610"/>
                    <a:pt x="15483" y="906070"/>
                    <a:pt x="9133" y="900990"/>
                  </a:cubicBezTo>
                  <a:cubicBezTo>
                    <a:pt x="2783" y="897180"/>
                    <a:pt x="-1027" y="887020"/>
                    <a:pt x="243" y="878130"/>
                  </a:cubicBezTo>
                  <a:cubicBezTo>
                    <a:pt x="5323" y="857810"/>
                    <a:pt x="53583" y="815900"/>
                    <a:pt x="85333" y="791770"/>
                  </a:cubicBezTo>
                  <a:cubicBezTo>
                    <a:pt x="118353" y="767640"/>
                    <a:pt x="153913" y="763830"/>
                    <a:pt x="194553" y="734620"/>
                  </a:cubicBezTo>
                  <a:cubicBezTo>
                    <a:pt x="263133" y="687630"/>
                    <a:pt x="376163" y="605080"/>
                    <a:pt x="438393" y="514910"/>
                  </a:cubicBezTo>
                  <a:cubicBezTo>
                    <a:pt x="503163" y="419660"/>
                    <a:pt x="545073" y="268530"/>
                    <a:pt x="571743" y="175820"/>
                  </a:cubicBezTo>
                  <a:cubicBezTo>
                    <a:pt x="589523" y="113590"/>
                    <a:pt x="581903" y="38660"/>
                    <a:pt x="600953" y="14530"/>
                  </a:cubicBezTo>
                  <a:cubicBezTo>
                    <a:pt x="608573" y="4370"/>
                    <a:pt x="622543" y="-1980"/>
                    <a:pt x="631433" y="560"/>
                  </a:cubicBezTo>
                  <a:cubicBezTo>
                    <a:pt x="639053" y="3100"/>
                    <a:pt x="649213" y="29770"/>
                    <a:pt x="649213" y="29770"/>
                  </a:cubicBezTo>
                </a:path>
              </a:pathLst>
            </a:custGeom>
            <a:solidFill>
              <a:srgbClr val="000000"/>
            </a:solidFill>
            <a:ln cap="sq">
              <a:noFill/>
              <a:prstDash val="solid"/>
              <a:miter/>
            </a:ln>
          </p:spPr>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AutoShape 3"/>
          <p:cNvSpPr/>
          <p:nvPr/>
        </p:nvSpPr>
        <p:spPr>
          <a:xfrm>
            <a:off x="1028700" y="9239250"/>
            <a:ext cx="16230600" cy="0"/>
          </a:xfrm>
          <a:prstGeom prst="line">
            <a:avLst/>
          </a:prstGeom>
          <a:ln w="38100" cap="flat">
            <a:solidFill>
              <a:srgbClr val="000000"/>
            </a:solidFill>
            <a:prstDash val="solid"/>
            <a:headEnd type="none" w="sm" len="sm"/>
            <a:tailEnd type="none" w="sm" len="sm"/>
          </a:ln>
        </p:spPr>
      </p:sp>
      <p:grpSp>
        <p:nvGrpSpPr>
          <p:cNvPr id="4" name="Group 4"/>
          <p:cNvGrpSpPr/>
          <p:nvPr/>
        </p:nvGrpSpPr>
        <p:grpSpPr>
          <a:xfrm>
            <a:off x="16385827" y="1028700"/>
            <a:ext cx="873473" cy="727191"/>
            <a:chOff x="0" y="0"/>
            <a:chExt cx="230051" cy="191524"/>
          </a:xfrm>
        </p:grpSpPr>
        <p:sp>
          <p:nvSpPr>
            <p:cNvPr id="5" name="Freeform 5"/>
            <p:cNvSpPr/>
            <p:nvPr/>
          </p:nvSpPr>
          <p:spPr>
            <a:xfrm>
              <a:off x="0" y="0"/>
              <a:ext cx="230051" cy="191524"/>
            </a:xfrm>
            <a:custGeom>
              <a:avLst/>
              <a:gdLst/>
              <a:ahLst/>
              <a:cxnLst/>
              <a:rect l="l" t="t" r="r" b="b"/>
              <a:pathLst>
                <a:path w="230051" h="191524">
                  <a:moveTo>
                    <a:pt x="95762" y="0"/>
                  </a:moveTo>
                  <a:lnTo>
                    <a:pt x="134289" y="0"/>
                  </a:lnTo>
                  <a:cubicBezTo>
                    <a:pt x="187177" y="0"/>
                    <a:pt x="230051" y="42874"/>
                    <a:pt x="230051" y="95762"/>
                  </a:cubicBezTo>
                  <a:lnTo>
                    <a:pt x="230051" y="95762"/>
                  </a:lnTo>
                  <a:cubicBezTo>
                    <a:pt x="230051" y="121159"/>
                    <a:pt x="219961" y="145517"/>
                    <a:pt x="202003" y="163476"/>
                  </a:cubicBezTo>
                  <a:cubicBezTo>
                    <a:pt x="184044" y="181434"/>
                    <a:pt x="159686" y="191524"/>
                    <a:pt x="134289" y="191524"/>
                  </a:cubicBezTo>
                  <a:lnTo>
                    <a:pt x="95762" y="191524"/>
                  </a:lnTo>
                  <a:cubicBezTo>
                    <a:pt x="42874" y="191524"/>
                    <a:pt x="0" y="148650"/>
                    <a:pt x="0" y="95762"/>
                  </a:cubicBezTo>
                  <a:lnTo>
                    <a:pt x="0" y="95762"/>
                  </a:lnTo>
                  <a:cubicBezTo>
                    <a:pt x="0" y="42874"/>
                    <a:pt x="42874" y="0"/>
                    <a:pt x="95762" y="0"/>
                  </a:cubicBezTo>
                  <a:close/>
                </a:path>
              </a:pathLst>
            </a:custGeom>
            <a:solidFill>
              <a:srgbClr val="FFDE5E"/>
            </a:solidFill>
          </p:spPr>
        </p:sp>
        <p:sp>
          <p:nvSpPr>
            <p:cNvPr id="6" name="TextBox 6"/>
            <p:cNvSpPr txBox="1"/>
            <p:nvPr/>
          </p:nvSpPr>
          <p:spPr>
            <a:xfrm>
              <a:off x="0" y="-47625"/>
              <a:ext cx="230051" cy="239149"/>
            </a:xfrm>
            <a:prstGeom prst="rect">
              <a:avLst/>
            </a:prstGeom>
          </p:spPr>
          <p:txBody>
            <a:bodyPr lIns="50800" tIns="50800" rIns="50800" bIns="50800" rtlCol="0" anchor="ctr"/>
            <a:lstStyle/>
            <a:p>
              <a:pPr algn="ctr">
                <a:lnSpc>
                  <a:spcPts val="3639"/>
                </a:lnSpc>
              </a:pPr>
              <a:r>
                <a:rPr lang="en-US" sz="2599">
                  <a:solidFill>
                    <a:srgbClr val="545454"/>
                  </a:solidFill>
                  <a:latin typeface="Anton"/>
                  <a:ea typeface="Anton"/>
                  <a:cs typeface="Anton"/>
                  <a:sym typeface="Anton"/>
                </a:rPr>
                <a:t>6</a:t>
              </a:r>
            </a:p>
          </p:txBody>
        </p:sp>
      </p:grpSp>
      <p:sp>
        <p:nvSpPr>
          <p:cNvPr id="7" name="Freeform 7"/>
          <p:cNvSpPr/>
          <p:nvPr/>
        </p:nvSpPr>
        <p:spPr>
          <a:xfrm>
            <a:off x="10400395" y="2179880"/>
            <a:ext cx="7101814" cy="7039673"/>
          </a:xfrm>
          <a:custGeom>
            <a:avLst/>
            <a:gdLst/>
            <a:ahLst/>
            <a:cxnLst/>
            <a:rect l="l" t="t" r="r" b="b"/>
            <a:pathLst>
              <a:path w="7101814" h="7039673">
                <a:moveTo>
                  <a:pt x="0" y="0"/>
                </a:moveTo>
                <a:lnTo>
                  <a:pt x="7101814" y="0"/>
                </a:lnTo>
                <a:lnTo>
                  <a:pt x="7101814" y="7039673"/>
                </a:lnTo>
                <a:lnTo>
                  <a:pt x="0" y="70396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4015165" y="614236"/>
            <a:ext cx="8904940" cy="1565644"/>
          </a:xfrm>
          <a:prstGeom prst="rect">
            <a:avLst/>
          </a:prstGeom>
        </p:spPr>
        <p:txBody>
          <a:bodyPr lIns="0" tIns="0" rIns="0" bIns="0" rtlCol="0" anchor="t">
            <a:spAutoFit/>
          </a:bodyPr>
          <a:lstStyle/>
          <a:p>
            <a:pPr algn="l">
              <a:lnSpc>
                <a:spcPts val="10147"/>
              </a:lnSpc>
            </a:pPr>
            <a:r>
              <a:rPr lang="en-US" sz="10354" b="1" spc="-207">
                <a:solidFill>
                  <a:srgbClr val="545454"/>
                </a:solidFill>
                <a:latin typeface="ITC Avant Garde Gothic Bold"/>
                <a:ea typeface="ITC Avant Garde Gothic Bold"/>
                <a:cs typeface="ITC Avant Garde Gothic Bold"/>
                <a:sym typeface="ITC Avant Garde Gothic Bold"/>
              </a:rPr>
              <a:t>SON</a:t>
            </a:r>
          </a:p>
        </p:txBody>
      </p:sp>
      <p:sp>
        <p:nvSpPr>
          <p:cNvPr id="9" name="TextBox 9"/>
          <p:cNvSpPr txBox="1"/>
          <p:nvPr/>
        </p:nvSpPr>
        <p:spPr>
          <a:xfrm>
            <a:off x="909084" y="2840754"/>
            <a:ext cx="8234916" cy="5355081"/>
          </a:xfrm>
          <a:prstGeom prst="rect">
            <a:avLst/>
          </a:prstGeom>
        </p:spPr>
        <p:txBody>
          <a:bodyPr lIns="0" tIns="0" rIns="0" bIns="0" rtlCol="0" anchor="t">
            <a:spAutoFit/>
          </a:bodyPr>
          <a:lstStyle/>
          <a:p>
            <a:pPr algn="just">
              <a:lnSpc>
                <a:spcPts val="4708"/>
              </a:lnSpc>
            </a:pPr>
            <a:r>
              <a:rPr lang="en-US" sz="3363" b="1" spc="77">
                <a:solidFill>
                  <a:srgbClr val="545454"/>
                </a:solidFill>
                <a:latin typeface="Klein Bold"/>
                <a:ea typeface="Klein Bold"/>
                <a:cs typeface="Klein Bold"/>
                <a:sym typeface="Klein Bold"/>
              </a:rPr>
              <a:t>Hz. Yunus Ninova’ya geri döndüğünde tarihte eşine az rastlanır bir tabloyla karşılaştı. Hz. Yunus şehre girdiğinde, kendisine karşı çıkan o 100 bin kişilik halkın tamamının iman ettiğini gördü. Ninova, azabı haber verilip de topluca iman ederek bu azaptan kurtulan tek şehirdir.</a:t>
            </a:r>
          </a:p>
        </p:txBody>
      </p:sp>
      <p:sp>
        <p:nvSpPr>
          <p:cNvPr id="10" name="TextBox 10"/>
          <p:cNvSpPr txBox="1"/>
          <p:nvPr/>
        </p:nvSpPr>
        <p:spPr>
          <a:xfrm rot="-1138979">
            <a:off x="9220321" y="1472612"/>
            <a:ext cx="4668906" cy="1162255"/>
          </a:xfrm>
          <a:prstGeom prst="rect">
            <a:avLst/>
          </a:prstGeom>
        </p:spPr>
        <p:txBody>
          <a:bodyPr lIns="0" tIns="0" rIns="0" bIns="0" rtlCol="0" anchor="t">
            <a:spAutoFit/>
          </a:bodyPr>
          <a:lstStyle/>
          <a:p>
            <a:pPr algn="ctr">
              <a:lnSpc>
                <a:spcPts val="9587"/>
              </a:lnSpc>
            </a:pPr>
            <a:r>
              <a:rPr lang="en-US" sz="6847">
                <a:solidFill>
                  <a:srgbClr val="000000"/>
                </a:solidFill>
                <a:latin typeface="Adigiana Toybox Bold"/>
                <a:ea typeface="Adigiana Toybox Bold"/>
                <a:cs typeface="Adigiana Toybox Bold"/>
                <a:sym typeface="Adigiana Toybox Bold"/>
              </a:rPr>
              <a:t>Yunus Değil</a:t>
            </a:r>
          </a:p>
        </p:txBody>
      </p:sp>
      <p:grpSp>
        <p:nvGrpSpPr>
          <p:cNvPr id="11" name="Group 11"/>
          <p:cNvGrpSpPr/>
          <p:nvPr/>
        </p:nvGrpSpPr>
        <p:grpSpPr>
          <a:xfrm rot="2133607">
            <a:off x="12037933" y="2355489"/>
            <a:ext cx="870585" cy="831532"/>
            <a:chOff x="0" y="0"/>
            <a:chExt cx="1160780" cy="1108710"/>
          </a:xfrm>
        </p:grpSpPr>
        <p:grpSp>
          <p:nvGrpSpPr>
            <p:cNvPr id="12" name="Group 12"/>
            <p:cNvGrpSpPr/>
            <p:nvPr/>
          </p:nvGrpSpPr>
          <p:grpSpPr>
            <a:xfrm>
              <a:off x="0" y="0"/>
              <a:ext cx="1160780" cy="670560"/>
              <a:chOff x="0" y="0"/>
              <a:chExt cx="1160780" cy="670560"/>
            </a:xfrm>
          </p:grpSpPr>
          <p:sp>
            <p:nvSpPr>
              <p:cNvPr id="13" name="Freeform 13"/>
              <p:cNvSpPr/>
              <p:nvPr/>
            </p:nvSpPr>
            <p:spPr>
              <a:xfrm>
                <a:off x="50038" y="50660"/>
                <a:ext cx="1059942" cy="573949"/>
              </a:xfrm>
              <a:custGeom>
                <a:avLst/>
                <a:gdLst/>
                <a:ahLst/>
                <a:cxnLst/>
                <a:rect l="l" t="t" r="r" b="b"/>
                <a:pathLst>
                  <a:path w="1059942" h="573949">
                    <a:moveTo>
                      <a:pt x="24892" y="158890"/>
                    </a:moveTo>
                    <a:cubicBezTo>
                      <a:pt x="205232" y="166510"/>
                      <a:pt x="247142" y="185560"/>
                      <a:pt x="276352" y="200800"/>
                    </a:cubicBezTo>
                    <a:cubicBezTo>
                      <a:pt x="296672" y="212230"/>
                      <a:pt x="306832" y="221120"/>
                      <a:pt x="324612" y="237630"/>
                    </a:cubicBezTo>
                    <a:cubicBezTo>
                      <a:pt x="353822" y="266840"/>
                      <a:pt x="383032" y="329070"/>
                      <a:pt x="424942" y="365900"/>
                    </a:cubicBezTo>
                    <a:cubicBezTo>
                      <a:pt x="471932" y="406540"/>
                      <a:pt x="535432" y="448450"/>
                      <a:pt x="595122" y="467500"/>
                    </a:cubicBezTo>
                    <a:cubicBezTo>
                      <a:pt x="653542" y="485280"/>
                      <a:pt x="710692" y="471310"/>
                      <a:pt x="776732" y="477660"/>
                    </a:cubicBezTo>
                    <a:cubicBezTo>
                      <a:pt x="856742" y="486550"/>
                      <a:pt x="1005332" y="495440"/>
                      <a:pt x="1040892" y="518300"/>
                    </a:cubicBezTo>
                    <a:cubicBezTo>
                      <a:pt x="1053592" y="527190"/>
                      <a:pt x="1059942" y="538620"/>
                      <a:pt x="1059942" y="546240"/>
                    </a:cubicBezTo>
                    <a:cubicBezTo>
                      <a:pt x="1058672" y="553860"/>
                      <a:pt x="1047242" y="567830"/>
                      <a:pt x="1039622" y="567830"/>
                    </a:cubicBezTo>
                    <a:cubicBezTo>
                      <a:pt x="1029462" y="567830"/>
                      <a:pt x="1015492" y="548780"/>
                      <a:pt x="1002792" y="528460"/>
                    </a:cubicBezTo>
                    <a:cubicBezTo>
                      <a:pt x="974852" y="482740"/>
                      <a:pt x="949452" y="359550"/>
                      <a:pt x="911352" y="282080"/>
                    </a:cubicBezTo>
                    <a:cubicBezTo>
                      <a:pt x="875792" y="207150"/>
                      <a:pt x="819912" y="110630"/>
                      <a:pt x="784352" y="71260"/>
                    </a:cubicBezTo>
                    <a:cubicBezTo>
                      <a:pt x="767842" y="52210"/>
                      <a:pt x="744982" y="48400"/>
                      <a:pt x="739902" y="35700"/>
                    </a:cubicBezTo>
                    <a:cubicBezTo>
                      <a:pt x="736092" y="28080"/>
                      <a:pt x="736092" y="17920"/>
                      <a:pt x="739902" y="12840"/>
                    </a:cubicBezTo>
                    <a:cubicBezTo>
                      <a:pt x="743712" y="6490"/>
                      <a:pt x="752602" y="-1130"/>
                      <a:pt x="760222" y="140"/>
                    </a:cubicBezTo>
                    <a:cubicBezTo>
                      <a:pt x="767842" y="140"/>
                      <a:pt x="783082" y="9030"/>
                      <a:pt x="785622" y="16650"/>
                    </a:cubicBezTo>
                    <a:cubicBezTo>
                      <a:pt x="789432" y="23000"/>
                      <a:pt x="786892" y="34430"/>
                      <a:pt x="783082" y="39510"/>
                    </a:cubicBezTo>
                    <a:cubicBezTo>
                      <a:pt x="778002" y="45860"/>
                      <a:pt x="761492" y="50940"/>
                      <a:pt x="753872" y="48400"/>
                    </a:cubicBezTo>
                    <a:cubicBezTo>
                      <a:pt x="746252" y="47130"/>
                      <a:pt x="738632" y="38240"/>
                      <a:pt x="737362" y="30620"/>
                    </a:cubicBezTo>
                    <a:cubicBezTo>
                      <a:pt x="736092" y="24270"/>
                      <a:pt x="738632" y="12840"/>
                      <a:pt x="743712" y="7760"/>
                    </a:cubicBezTo>
                    <a:cubicBezTo>
                      <a:pt x="748792" y="2680"/>
                      <a:pt x="762762" y="-1130"/>
                      <a:pt x="774192" y="2680"/>
                    </a:cubicBezTo>
                    <a:cubicBezTo>
                      <a:pt x="797052" y="10300"/>
                      <a:pt x="830072" y="58560"/>
                      <a:pt x="859282" y="97930"/>
                    </a:cubicBezTo>
                    <a:cubicBezTo>
                      <a:pt x="897382" y="151270"/>
                      <a:pt x="948182" y="243980"/>
                      <a:pt x="976122" y="298590"/>
                    </a:cubicBezTo>
                    <a:cubicBezTo>
                      <a:pt x="993902" y="336690"/>
                      <a:pt x="1006602" y="360820"/>
                      <a:pt x="1016762" y="396380"/>
                    </a:cubicBezTo>
                    <a:cubicBezTo>
                      <a:pt x="1026922" y="433210"/>
                      <a:pt x="1023112" y="494170"/>
                      <a:pt x="1034542" y="517030"/>
                    </a:cubicBezTo>
                    <a:cubicBezTo>
                      <a:pt x="1042162" y="529730"/>
                      <a:pt x="1059942" y="532270"/>
                      <a:pt x="1059942" y="539890"/>
                    </a:cubicBezTo>
                    <a:cubicBezTo>
                      <a:pt x="1059942" y="548780"/>
                      <a:pt x="1051052" y="562750"/>
                      <a:pt x="1034542" y="567830"/>
                    </a:cubicBezTo>
                    <a:cubicBezTo>
                      <a:pt x="976122" y="589420"/>
                      <a:pt x="684022" y="550050"/>
                      <a:pt x="568452" y="509410"/>
                    </a:cubicBezTo>
                    <a:cubicBezTo>
                      <a:pt x="489712" y="481470"/>
                      <a:pt x="433832" y="440830"/>
                      <a:pt x="385572" y="397650"/>
                    </a:cubicBezTo>
                    <a:cubicBezTo>
                      <a:pt x="346202" y="362090"/>
                      <a:pt x="320802" y="304940"/>
                      <a:pt x="294132" y="278270"/>
                    </a:cubicBezTo>
                    <a:cubicBezTo>
                      <a:pt x="278892" y="263030"/>
                      <a:pt x="270002" y="256680"/>
                      <a:pt x="252222" y="246520"/>
                    </a:cubicBezTo>
                    <a:cubicBezTo>
                      <a:pt x="229362" y="232550"/>
                      <a:pt x="198882" y="217310"/>
                      <a:pt x="164592" y="209690"/>
                    </a:cubicBezTo>
                    <a:cubicBezTo>
                      <a:pt x="121412" y="200800"/>
                      <a:pt x="35052" y="222390"/>
                      <a:pt x="12192" y="207150"/>
                    </a:cubicBezTo>
                    <a:cubicBezTo>
                      <a:pt x="2032" y="199530"/>
                      <a:pt x="-1778" y="183020"/>
                      <a:pt x="762" y="175400"/>
                    </a:cubicBezTo>
                    <a:cubicBezTo>
                      <a:pt x="3302" y="167780"/>
                      <a:pt x="24892" y="158890"/>
                      <a:pt x="24892" y="158890"/>
                    </a:cubicBezTo>
                  </a:path>
                </a:pathLst>
              </a:custGeom>
              <a:solidFill>
                <a:srgbClr val="000000"/>
              </a:solidFill>
              <a:ln cap="sq">
                <a:noFill/>
                <a:prstDash val="solid"/>
                <a:miter/>
              </a:ln>
            </p:spPr>
          </p:sp>
        </p:grpSp>
        <p:grpSp>
          <p:nvGrpSpPr>
            <p:cNvPr id="14" name="Group 14"/>
            <p:cNvGrpSpPr/>
            <p:nvPr/>
          </p:nvGrpSpPr>
          <p:grpSpPr>
            <a:xfrm>
              <a:off x="240030" y="596900"/>
              <a:ext cx="886460" cy="511810"/>
              <a:chOff x="0" y="0"/>
              <a:chExt cx="886460" cy="511810"/>
            </a:xfrm>
          </p:grpSpPr>
          <p:sp>
            <p:nvSpPr>
              <p:cNvPr id="15" name="Freeform 15"/>
              <p:cNvSpPr/>
              <p:nvPr/>
            </p:nvSpPr>
            <p:spPr>
              <a:xfrm>
                <a:off x="48500" y="48456"/>
                <a:ext cx="788113" cy="412554"/>
              </a:xfrm>
              <a:custGeom>
                <a:avLst/>
                <a:gdLst/>
                <a:ahLst/>
                <a:cxnLst/>
                <a:rect l="l" t="t" r="r" b="b"/>
                <a:pathLst>
                  <a:path w="788113" h="412554">
                    <a:moveTo>
                      <a:pt x="763030" y="53144"/>
                    </a:moveTo>
                    <a:cubicBezTo>
                      <a:pt x="638570" y="64574"/>
                      <a:pt x="444260" y="129344"/>
                      <a:pt x="352820" y="168714"/>
                    </a:cubicBezTo>
                    <a:cubicBezTo>
                      <a:pt x="290590" y="195384"/>
                      <a:pt x="252490" y="215704"/>
                      <a:pt x="204230" y="251264"/>
                    </a:cubicBezTo>
                    <a:cubicBezTo>
                      <a:pt x="147080" y="293174"/>
                      <a:pt x="73420" y="397314"/>
                      <a:pt x="37860" y="408744"/>
                    </a:cubicBezTo>
                    <a:cubicBezTo>
                      <a:pt x="25160" y="413824"/>
                      <a:pt x="12460" y="411284"/>
                      <a:pt x="7380" y="404934"/>
                    </a:cubicBezTo>
                    <a:cubicBezTo>
                      <a:pt x="2300" y="398584"/>
                      <a:pt x="2300" y="375724"/>
                      <a:pt x="8650" y="368104"/>
                    </a:cubicBezTo>
                    <a:cubicBezTo>
                      <a:pt x="12460" y="363024"/>
                      <a:pt x="23890" y="360484"/>
                      <a:pt x="31510" y="361754"/>
                    </a:cubicBezTo>
                    <a:cubicBezTo>
                      <a:pt x="37860" y="364294"/>
                      <a:pt x="46750" y="371914"/>
                      <a:pt x="49290" y="378264"/>
                    </a:cubicBezTo>
                    <a:cubicBezTo>
                      <a:pt x="51830" y="384614"/>
                      <a:pt x="50560" y="396044"/>
                      <a:pt x="45480" y="401124"/>
                    </a:cubicBezTo>
                    <a:cubicBezTo>
                      <a:pt x="41670" y="407474"/>
                      <a:pt x="31510" y="412554"/>
                      <a:pt x="25160" y="412554"/>
                    </a:cubicBezTo>
                    <a:cubicBezTo>
                      <a:pt x="17540" y="412554"/>
                      <a:pt x="7380" y="407474"/>
                      <a:pt x="3570" y="401124"/>
                    </a:cubicBezTo>
                    <a:cubicBezTo>
                      <a:pt x="-240" y="394774"/>
                      <a:pt x="-1510" y="385884"/>
                      <a:pt x="2300" y="376994"/>
                    </a:cubicBezTo>
                    <a:cubicBezTo>
                      <a:pt x="7380" y="360484"/>
                      <a:pt x="41670" y="324924"/>
                      <a:pt x="58180" y="313494"/>
                    </a:cubicBezTo>
                    <a:cubicBezTo>
                      <a:pt x="67070" y="308414"/>
                      <a:pt x="73420" y="312224"/>
                      <a:pt x="82310" y="307144"/>
                    </a:cubicBezTo>
                    <a:cubicBezTo>
                      <a:pt x="105170" y="293174"/>
                      <a:pt x="138190" y="238564"/>
                      <a:pt x="175020" y="209354"/>
                    </a:cubicBezTo>
                    <a:cubicBezTo>
                      <a:pt x="219470" y="176334"/>
                      <a:pt x="269000" y="149664"/>
                      <a:pt x="335040" y="121724"/>
                    </a:cubicBezTo>
                    <a:cubicBezTo>
                      <a:pt x="430290" y="79814"/>
                      <a:pt x="628410" y="11234"/>
                      <a:pt x="704610" y="2344"/>
                    </a:cubicBezTo>
                    <a:cubicBezTo>
                      <a:pt x="738900" y="-1466"/>
                      <a:pt x="768110" y="-1466"/>
                      <a:pt x="779540" y="8694"/>
                    </a:cubicBezTo>
                    <a:cubicBezTo>
                      <a:pt x="787160" y="15044"/>
                      <a:pt x="789700" y="30284"/>
                      <a:pt x="787160" y="36634"/>
                    </a:cubicBezTo>
                    <a:cubicBezTo>
                      <a:pt x="783350" y="44254"/>
                      <a:pt x="763030" y="53144"/>
                      <a:pt x="763030" y="53144"/>
                    </a:cubicBezTo>
                  </a:path>
                </a:pathLst>
              </a:custGeom>
              <a:solidFill>
                <a:srgbClr val="000000"/>
              </a:solidFill>
              <a:ln cap="sq">
                <a:noFill/>
                <a:prstDash val="solid"/>
                <a:miter/>
              </a:ln>
            </p:spPr>
          </p:sp>
        </p:grpSp>
      </p:grpSp>
      <p:grpSp>
        <p:nvGrpSpPr>
          <p:cNvPr id="16" name="Group 16"/>
          <p:cNvGrpSpPr/>
          <p:nvPr/>
        </p:nvGrpSpPr>
        <p:grpSpPr>
          <a:xfrm rot="2836584">
            <a:off x="10216892" y="3000172"/>
            <a:ext cx="1469708" cy="860107"/>
            <a:chOff x="0" y="0"/>
            <a:chExt cx="1959610" cy="1146810"/>
          </a:xfrm>
        </p:grpSpPr>
        <p:grpSp>
          <p:nvGrpSpPr>
            <p:cNvPr id="17" name="Group 17"/>
            <p:cNvGrpSpPr/>
            <p:nvPr/>
          </p:nvGrpSpPr>
          <p:grpSpPr>
            <a:xfrm>
              <a:off x="0" y="0"/>
              <a:ext cx="1959610" cy="849630"/>
              <a:chOff x="0" y="0"/>
              <a:chExt cx="1959610" cy="849630"/>
            </a:xfrm>
          </p:grpSpPr>
          <p:sp>
            <p:nvSpPr>
              <p:cNvPr id="18" name="Freeform 18"/>
              <p:cNvSpPr/>
              <p:nvPr/>
            </p:nvSpPr>
            <p:spPr>
              <a:xfrm>
                <a:off x="50800" y="47756"/>
                <a:ext cx="1857047" cy="752530"/>
              </a:xfrm>
              <a:custGeom>
                <a:avLst/>
                <a:gdLst/>
                <a:ahLst/>
                <a:cxnLst/>
                <a:rect l="l" t="t" r="r" b="b"/>
                <a:pathLst>
                  <a:path w="1857047" h="752530">
                    <a:moveTo>
                      <a:pt x="19050" y="700274"/>
                    </a:moveTo>
                    <a:cubicBezTo>
                      <a:pt x="231140" y="648204"/>
                      <a:pt x="327660" y="593594"/>
                      <a:pt x="430530" y="552954"/>
                    </a:cubicBezTo>
                    <a:cubicBezTo>
                      <a:pt x="556260" y="503424"/>
                      <a:pt x="763270" y="428494"/>
                      <a:pt x="858520" y="403094"/>
                    </a:cubicBezTo>
                    <a:cubicBezTo>
                      <a:pt x="904240" y="390394"/>
                      <a:pt x="920750" y="395474"/>
                      <a:pt x="962660" y="382774"/>
                    </a:cubicBezTo>
                    <a:cubicBezTo>
                      <a:pt x="1028700" y="363724"/>
                      <a:pt x="1117600" y="310384"/>
                      <a:pt x="1215390" y="281174"/>
                    </a:cubicBezTo>
                    <a:cubicBezTo>
                      <a:pt x="1339850" y="244344"/>
                      <a:pt x="1549400" y="221484"/>
                      <a:pt x="1653540" y="193544"/>
                    </a:cubicBezTo>
                    <a:cubicBezTo>
                      <a:pt x="1713230" y="178304"/>
                      <a:pt x="1753870" y="155444"/>
                      <a:pt x="1789430" y="149094"/>
                    </a:cubicBezTo>
                    <a:cubicBezTo>
                      <a:pt x="1812290" y="145284"/>
                      <a:pt x="1835150" y="141474"/>
                      <a:pt x="1845310" y="146554"/>
                    </a:cubicBezTo>
                    <a:cubicBezTo>
                      <a:pt x="1852930" y="151634"/>
                      <a:pt x="1856740" y="160524"/>
                      <a:pt x="1856740" y="168144"/>
                    </a:cubicBezTo>
                    <a:cubicBezTo>
                      <a:pt x="1858010" y="174494"/>
                      <a:pt x="1855470" y="183384"/>
                      <a:pt x="1846580" y="188464"/>
                    </a:cubicBezTo>
                    <a:cubicBezTo>
                      <a:pt x="1817370" y="206244"/>
                      <a:pt x="1670050" y="187194"/>
                      <a:pt x="1582420" y="174494"/>
                    </a:cubicBezTo>
                    <a:cubicBezTo>
                      <a:pt x="1493520" y="160524"/>
                      <a:pt x="1416050" y="124964"/>
                      <a:pt x="1316990" y="105914"/>
                    </a:cubicBezTo>
                    <a:cubicBezTo>
                      <a:pt x="1193800" y="83054"/>
                      <a:pt x="949960" y="71624"/>
                      <a:pt x="900430" y="52574"/>
                    </a:cubicBezTo>
                    <a:cubicBezTo>
                      <a:pt x="889000" y="48764"/>
                      <a:pt x="882650" y="46224"/>
                      <a:pt x="880110" y="39874"/>
                    </a:cubicBezTo>
                    <a:cubicBezTo>
                      <a:pt x="877570" y="32254"/>
                      <a:pt x="878840" y="14474"/>
                      <a:pt x="885190" y="9394"/>
                    </a:cubicBezTo>
                    <a:cubicBezTo>
                      <a:pt x="891540" y="4314"/>
                      <a:pt x="908050" y="1774"/>
                      <a:pt x="915670" y="5584"/>
                    </a:cubicBezTo>
                    <a:cubicBezTo>
                      <a:pt x="922020" y="9394"/>
                      <a:pt x="927100" y="19554"/>
                      <a:pt x="928370" y="25904"/>
                    </a:cubicBezTo>
                    <a:cubicBezTo>
                      <a:pt x="928370" y="33524"/>
                      <a:pt x="924560" y="43684"/>
                      <a:pt x="918210" y="47494"/>
                    </a:cubicBezTo>
                    <a:cubicBezTo>
                      <a:pt x="911860" y="52574"/>
                      <a:pt x="894080" y="52574"/>
                      <a:pt x="887730" y="47494"/>
                    </a:cubicBezTo>
                    <a:cubicBezTo>
                      <a:pt x="881380" y="43684"/>
                      <a:pt x="876300" y="25904"/>
                      <a:pt x="878840" y="18284"/>
                    </a:cubicBezTo>
                    <a:cubicBezTo>
                      <a:pt x="881380" y="11934"/>
                      <a:pt x="885190" y="6854"/>
                      <a:pt x="896620" y="3044"/>
                    </a:cubicBezTo>
                    <a:cubicBezTo>
                      <a:pt x="944880" y="-12196"/>
                      <a:pt x="1203960" y="33524"/>
                      <a:pt x="1328420" y="57654"/>
                    </a:cubicBezTo>
                    <a:cubicBezTo>
                      <a:pt x="1424940" y="75434"/>
                      <a:pt x="1498600" y="109724"/>
                      <a:pt x="1583690" y="123694"/>
                    </a:cubicBezTo>
                    <a:cubicBezTo>
                      <a:pt x="1667510" y="137664"/>
                      <a:pt x="1797050" y="127504"/>
                      <a:pt x="1833880" y="142744"/>
                    </a:cubicBezTo>
                    <a:cubicBezTo>
                      <a:pt x="1846580" y="147824"/>
                      <a:pt x="1854200" y="154174"/>
                      <a:pt x="1856740" y="161794"/>
                    </a:cubicBezTo>
                    <a:cubicBezTo>
                      <a:pt x="1858010" y="169414"/>
                      <a:pt x="1855470" y="180844"/>
                      <a:pt x="1846580" y="188464"/>
                    </a:cubicBezTo>
                    <a:cubicBezTo>
                      <a:pt x="1823720" y="211324"/>
                      <a:pt x="1738630" y="225294"/>
                      <a:pt x="1663700" y="244344"/>
                    </a:cubicBezTo>
                    <a:cubicBezTo>
                      <a:pt x="1551940" y="271014"/>
                      <a:pt x="1332230" y="296414"/>
                      <a:pt x="1236980" y="326894"/>
                    </a:cubicBezTo>
                    <a:cubicBezTo>
                      <a:pt x="1184910" y="343404"/>
                      <a:pt x="1168400" y="363724"/>
                      <a:pt x="1122680" y="380234"/>
                    </a:cubicBezTo>
                    <a:cubicBezTo>
                      <a:pt x="1056640" y="404364"/>
                      <a:pt x="969010" y="420874"/>
                      <a:pt x="875030" y="450084"/>
                    </a:cubicBezTo>
                    <a:cubicBezTo>
                      <a:pt x="753110" y="489454"/>
                      <a:pt x="579120" y="549144"/>
                      <a:pt x="452120" y="598674"/>
                    </a:cubicBezTo>
                    <a:cubicBezTo>
                      <a:pt x="346710" y="639314"/>
                      <a:pt x="245110" y="697734"/>
                      <a:pt x="163830" y="723134"/>
                    </a:cubicBezTo>
                    <a:cubicBezTo>
                      <a:pt x="109220" y="739644"/>
                      <a:pt x="44450" y="759964"/>
                      <a:pt x="19050" y="749804"/>
                    </a:cubicBezTo>
                    <a:cubicBezTo>
                      <a:pt x="7620" y="744724"/>
                      <a:pt x="0" y="730754"/>
                      <a:pt x="0" y="721864"/>
                    </a:cubicBezTo>
                    <a:cubicBezTo>
                      <a:pt x="1270" y="714244"/>
                      <a:pt x="19050" y="700274"/>
                      <a:pt x="19050" y="700274"/>
                    </a:cubicBezTo>
                  </a:path>
                </a:pathLst>
              </a:custGeom>
              <a:solidFill>
                <a:srgbClr val="000000"/>
              </a:solidFill>
              <a:ln cap="sq">
                <a:noFill/>
                <a:prstDash val="solid"/>
                <a:miter/>
              </a:ln>
            </p:spPr>
          </p:sp>
        </p:grpSp>
        <p:grpSp>
          <p:nvGrpSpPr>
            <p:cNvPr id="19" name="Group 19"/>
            <p:cNvGrpSpPr/>
            <p:nvPr/>
          </p:nvGrpSpPr>
          <p:grpSpPr>
            <a:xfrm>
              <a:off x="1176020" y="139700"/>
              <a:ext cx="750570" cy="1007110"/>
              <a:chOff x="0" y="0"/>
              <a:chExt cx="750570" cy="1007110"/>
            </a:xfrm>
          </p:grpSpPr>
          <p:sp>
            <p:nvSpPr>
              <p:cNvPr id="20" name="Freeform 20"/>
              <p:cNvSpPr/>
              <p:nvPr/>
            </p:nvSpPr>
            <p:spPr>
              <a:xfrm>
                <a:off x="50557" y="50240"/>
                <a:ext cx="649213" cy="906299"/>
              </a:xfrm>
              <a:custGeom>
                <a:avLst/>
                <a:gdLst/>
                <a:ahLst/>
                <a:cxnLst/>
                <a:rect l="l" t="t" r="r" b="b"/>
                <a:pathLst>
                  <a:path w="649213" h="906299">
                    <a:moveTo>
                      <a:pt x="649213" y="29770"/>
                    </a:moveTo>
                    <a:cubicBezTo>
                      <a:pt x="594603" y="279960"/>
                      <a:pt x="548883" y="439980"/>
                      <a:pt x="484113" y="536500"/>
                    </a:cubicBezTo>
                    <a:cubicBezTo>
                      <a:pt x="425693" y="622860"/>
                      <a:pt x="327903" y="693980"/>
                      <a:pt x="260593" y="744780"/>
                    </a:cubicBezTo>
                    <a:cubicBezTo>
                      <a:pt x="212333" y="780340"/>
                      <a:pt x="166613" y="793040"/>
                      <a:pt x="127243" y="822250"/>
                    </a:cubicBezTo>
                    <a:cubicBezTo>
                      <a:pt x="92953" y="847650"/>
                      <a:pt x="61203" y="900990"/>
                      <a:pt x="37073" y="904800"/>
                    </a:cubicBezTo>
                    <a:cubicBezTo>
                      <a:pt x="23103" y="907340"/>
                      <a:pt x="6593" y="899720"/>
                      <a:pt x="2783" y="892100"/>
                    </a:cubicBezTo>
                    <a:cubicBezTo>
                      <a:pt x="-1027" y="884480"/>
                      <a:pt x="4053" y="866700"/>
                      <a:pt x="10403" y="862890"/>
                    </a:cubicBezTo>
                    <a:cubicBezTo>
                      <a:pt x="18023" y="857810"/>
                      <a:pt x="42153" y="860350"/>
                      <a:pt x="47233" y="867970"/>
                    </a:cubicBezTo>
                    <a:cubicBezTo>
                      <a:pt x="51043" y="874320"/>
                      <a:pt x="45963" y="898450"/>
                      <a:pt x="39613" y="903530"/>
                    </a:cubicBezTo>
                    <a:cubicBezTo>
                      <a:pt x="33263" y="908610"/>
                      <a:pt x="15483" y="906070"/>
                      <a:pt x="9133" y="900990"/>
                    </a:cubicBezTo>
                    <a:cubicBezTo>
                      <a:pt x="2783" y="897180"/>
                      <a:pt x="-1027" y="887020"/>
                      <a:pt x="243" y="878130"/>
                    </a:cubicBezTo>
                    <a:cubicBezTo>
                      <a:pt x="5323" y="857810"/>
                      <a:pt x="53583" y="815900"/>
                      <a:pt x="85333" y="791770"/>
                    </a:cubicBezTo>
                    <a:cubicBezTo>
                      <a:pt x="118353" y="767640"/>
                      <a:pt x="153913" y="763830"/>
                      <a:pt x="194553" y="734620"/>
                    </a:cubicBezTo>
                    <a:cubicBezTo>
                      <a:pt x="263133" y="687630"/>
                      <a:pt x="376163" y="605080"/>
                      <a:pt x="438393" y="514910"/>
                    </a:cubicBezTo>
                    <a:cubicBezTo>
                      <a:pt x="503163" y="419660"/>
                      <a:pt x="545073" y="268530"/>
                      <a:pt x="571743" y="175820"/>
                    </a:cubicBezTo>
                    <a:cubicBezTo>
                      <a:pt x="589523" y="113590"/>
                      <a:pt x="581903" y="38660"/>
                      <a:pt x="600953" y="14530"/>
                    </a:cubicBezTo>
                    <a:cubicBezTo>
                      <a:pt x="608573" y="4370"/>
                      <a:pt x="622543" y="-1980"/>
                      <a:pt x="631433" y="560"/>
                    </a:cubicBezTo>
                    <a:cubicBezTo>
                      <a:pt x="639053" y="3100"/>
                      <a:pt x="649213" y="29770"/>
                      <a:pt x="649213" y="29770"/>
                    </a:cubicBezTo>
                  </a:path>
                </a:pathLst>
              </a:custGeom>
              <a:solidFill>
                <a:srgbClr val="000000"/>
              </a:solidFill>
              <a:ln cap="sq">
                <a:noFill/>
                <a:prstDash val="solid"/>
                <a:miter/>
              </a:ln>
            </p:spPr>
          </p:sp>
        </p:gr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AutoShape 3"/>
          <p:cNvSpPr/>
          <p:nvPr/>
        </p:nvSpPr>
        <p:spPr>
          <a:xfrm>
            <a:off x="1028700" y="9239250"/>
            <a:ext cx="16230600" cy="0"/>
          </a:xfrm>
          <a:prstGeom prst="line">
            <a:avLst/>
          </a:prstGeom>
          <a:ln w="38100" cap="flat">
            <a:solidFill>
              <a:srgbClr val="000000"/>
            </a:solidFill>
            <a:prstDash val="solid"/>
            <a:headEnd type="none" w="sm" len="sm"/>
            <a:tailEnd type="none" w="sm" len="sm"/>
          </a:ln>
        </p:spPr>
      </p:sp>
      <p:sp>
        <p:nvSpPr>
          <p:cNvPr id="4" name="Freeform 4"/>
          <p:cNvSpPr/>
          <p:nvPr/>
        </p:nvSpPr>
        <p:spPr>
          <a:xfrm>
            <a:off x="4160725" y="1028700"/>
            <a:ext cx="4978908" cy="8229600"/>
          </a:xfrm>
          <a:custGeom>
            <a:avLst/>
            <a:gdLst/>
            <a:ahLst/>
            <a:cxnLst/>
            <a:rect l="l" t="t" r="r" b="b"/>
            <a:pathLst>
              <a:path w="4978908" h="8229600">
                <a:moveTo>
                  <a:pt x="0" y="0"/>
                </a:moveTo>
                <a:lnTo>
                  <a:pt x="4978908" y="0"/>
                </a:lnTo>
                <a:lnTo>
                  <a:pt x="4978908" y="8229600"/>
                </a:lnTo>
                <a:lnTo>
                  <a:pt x="0" y="82296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1040445">
            <a:off x="11166208" y="2807957"/>
            <a:ext cx="4032504" cy="4114800"/>
          </a:xfrm>
          <a:custGeom>
            <a:avLst/>
            <a:gdLst/>
            <a:ahLst/>
            <a:cxnLst/>
            <a:rect l="l" t="t" r="r" b="b"/>
            <a:pathLst>
              <a:path w="4032504" h="4114800">
                <a:moveTo>
                  <a:pt x="0" y="0"/>
                </a:moveTo>
                <a:lnTo>
                  <a:pt x="4032504" y="0"/>
                </a:lnTo>
                <a:lnTo>
                  <a:pt x="403250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rot="-3253515">
            <a:off x="-9931" y="1783899"/>
            <a:ext cx="4668906" cy="1162255"/>
          </a:xfrm>
          <a:prstGeom prst="rect">
            <a:avLst/>
          </a:prstGeom>
        </p:spPr>
        <p:txBody>
          <a:bodyPr lIns="0" tIns="0" rIns="0" bIns="0" rtlCol="0" anchor="t">
            <a:spAutoFit/>
          </a:bodyPr>
          <a:lstStyle/>
          <a:p>
            <a:pPr algn="ctr">
              <a:lnSpc>
                <a:spcPts val="9587"/>
              </a:lnSpc>
            </a:pPr>
            <a:r>
              <a:rPr lang="en-US" sz="6847">
                <a:solidFill>
                  <a:srgbClr val="000000"/>
                </a:solidFill>
                <a:latin typeface="Adigiana Toybox Bold"/>
                <a:ea typeface="Adigiana Toybox Bold"/>
                <a:cs typeface="Adigiana Toybox Bold"/>
                <a:sym typeface="Adigiana Toybox Bold"/>
              </a:rPr>
              <a:t>Yunus Değil</a:t>
            </a:r>
          </a:p>
        </p:txBody>
      </p:sp>
      <p:grpSp>
        <p:nvGrpSpPr>
          <p:cNvPr id="7" name="Group 7"/>
          <p:cNvGrpSpPr/>
          <p:nvPr/>
        </p:nvGrpSpPr>
        <p:grpSpPr>
          <a:xfrm>
            <a:off x="3795712" y="1453515"/>
            <a:ext cx="870585" cy="502920"/>
            <a:chOff x="0" y="0"/>
            <a:chExt cx="1160780" cy="670560"/>
          </a:xfrm>
        </p:grpSpPr>
        <p:sp>
          <p:nvSpPr>
            <p:cNvPr id="8" name="Freeform 8"/>
            <p:cNvSpPr/>
            <p:nvPr/>
          </p:nvSpPr>
          <p:spPr>
            <a:xfrm>
              <a:off x="50038" y="50660"/>
              <a:ext cx="1059942" cy="573949"/>
            </a:xfrm>
            <a:custGeom>
              <a:avLst/>
              <a:gdLst/>
              <a:ahLst/>
              <a:cxnLst/>
              <a:rect l="l" t="t" r="r" b="b"/>
              <a:pathLst>
                <a:path w="1059942" h="573949">
                  <a:moveTo>
                    <a:pt x="24892" y="158890"/>
                  </a:moveTo>
                  <a:cubicBezTo>
                    <a:pt x="205232" y="166510"/>
                    <a:pt x="247142" y="185560"/>
                    <a:pt x="276352" y="200800"/>
                  </a:cubicBezTo>
                  <a:cubicBezTo>
                    <a:pt x="296672" y="212230"/>
                    <a:pt x="306832" y="221120"/>
                    <a:pt x="324612" y="237630"/>
                  </a:cubicBezTo>
                  <a:cubicBezTo>
                    <a:pt x="353822" y="266840"/>
                    <a:pt x="383032" y="329070"/>
                    <a:pt x="424942" y="365900"/>
                  </a:cubicBezTo>
                  <a:cubicBezTo>
                    <a:pt x="471932" y="406540"/>
                    <a:pt x="535432" y="448450"/>
                    <a:pt x="595122" y="467500"/>
                  </a:cubicBezTo>
                  <a:cubicBezTo>
                    <a:pt x="653542" y="485280"/>
                    <a:pt x="710692" y="471310"/>
                    <a:pt x="776732" y="477660"/>
                  </a:cubicBezTo>
                  <a:cubicBezTo>
                    <a:pt x="856742" y="486550"/>
                    <a:pt x="1005332" y="495440"/>
                    <a:pt x="1040892" y="518300"/>
                  </a:cubicBezTo>
                  <a:cubicBezTo>
                    <a:pt x="1053592" y="527190"/>
                    <a:pt x="1059942" y="538620"/>
                    <a:pt x="1059942" y="546240"/>
                  </a:cubicBezTo>
                  <a:cubicBezTo>
                    <a:pt x="1058672" y="553860"/>
                    <a:pt x="1047242" y="567830"/>
                    <a:pt x="1039622" y="567830"/>
                  </a:cubicBezTo>
                  <a:cubicBezTo>
                    <a:pt x="1029462" y="567830"/>
                    <a:pt x="1015492" y="548780"/>
                    <a:pt x="1002792" y="528460"/>
                  </a:cubicBezTo>
                  <a:cubicBezTo>
                    <a:pt x="974852" y="482740"/>
                    <a:pt x="949452" y="359550"/>
                    <a:pt x="911352" y="282080"/>
                  </a:cubicBezTo>
                  <a:cubicBezTo>
                    <a:pt x="875792" y="207150"/>
                    <a:pt x="819912" y="110630"/>
                    <a:pt x="784352" y="71260"/>
                  </a:cubicBezTo>
                  <a:cubicBezTo>
                    <a:pt x="767842" y="52210"/>
                    <a:pt x="744982" y="48400"/>
                    <a:pt x="739902" y="35700"/>
                  </a:cubicBezTo>
                  <a:cubicBezTo>
                    <a:pt x="736092" y="28080"/>
                    <a:pt x="736092" y="17920"/>
                    <a:pt x="739902" y="12840"/>
                  </a:cubicBezTo>
                  <a:cubicBezTo>
                    <a:pt x="743712" y="6490"/>
                    <a:pt x="752602" y="-1130"/>
                    <a:pt x="760222" y="140"/>
                  </a:cubicBezTo>
                  <a:cubicBezTo>
                    <a:pt x="767842" y="140"/>
                    <a:pt x="783082" y="9030"/>
                    <a:pt x="785622" y="16650"/>
                  </a:cubicBezTo>
                  <a:cubicBezTo>
                    <a:pt x="789432" y="23000"/>
                    <a:pt x="786892" y="34430"/>
                    <a:pt x="783082" y="39510"/>
                  </a:cubicBezTo>
                  <a:cubicBezTo>
                    <a:pt x="778002" y="45860"/>
                    <a:pt x="761492" y="50940"/>
                    <a:pt x="753872" y="48400"/>
                  </a:cubicBezTo>
                  <a:cubicBezTo>
                    <a:pt x="746252" y="47130"/>
                    <a:pt x="738632" y="38240"/>
                    <a:pt x="737362" y="30620"/>
                  </a:cubicBezTo>
                  <a:cubicBezTo>
                    <a:pt x="736092" y="24270"/>
                    <a:pt x="738632" y="12840"/>
                    <a:pt x="743712" y="7760"/>
                  </a:cubicBezTo>
                  <a:cubicBezTo>
                    <a:pt x="748792" y="2680"/>
                    <a:pt x="762762" y="-1130"/>
                    <a:pt x="774192" y="2680"/>
                  </a:cubicBezTo>
                  <a:cubicBezTo>
                    <a:pt x="797052" y="10300"/>
                    <a:pt x="830072" y="58560"/>
                    <a:pt x="859282" y="97930"/>
                  </a:cubicBezTo>
                  <a:cubicBezTo>
                    <a:pt x="897382" y="151270"/>
                    <a:pt x="948182" y="243980"/>
                    <a:pt x="976122" y="298590"/>
                  </a:cubicBezTo>
                  <a:cubicBezTo>
                    <a:pt x="993902" y="336690"/>
                    <a:pt x="1006602" y="360820"/>
                    <a:pt x="1016762" y="396380"/>
                  </a:cubicBezTo>
                  <a:cubicBezTo>
                    <a:pt x="1026922" y="433210"/>
                    <a:pt x="1023112" y="494170"/>
                    <a:pt x="1034542" y="517030"/>
                  </a:cubicBezTo>
                  <a:cubicBezTo>
                    <a:pt x="1042162" y="529730"/>
                    <a:pt x="1059942" y="532270"/>
                    <a:pt x="1059942" y="539890"/>
                  </a:cubicBezTo>
                  <a:cubicBezTo>
                    <a:pt x="1059942" y="548780"/>
                    <a:pt x="1051052" y="562750"/>
                    <a:pt x="1034542" y="567830"/>
                  </a:cubicBezTo>
                  <a:cubicBezTo>
                    <a:pt x="976122" y="589420"/>
                    <a:pt x="684022" y="550050"/>
                    <a:pt x="568452" y="509410"/>
                  </a:cubicBezTo>
                  <a:cubicBezTo>
                    <a:pt x="489712" y="481470"/>
                    <a:pt x="433832" y="440830"/>
                    <a:pt x="385572" y="397650"/>
                  </a:cubicBezTo>
                  <a:cubicBezTo>
                    <a:pt x="346202" y="362090"/>
                    <a:pt x="320802" y="304940"/>
                    <a:pt x="294132" y="278270"/>
                  </a:cubicBezTo>
                  <a:cubicBezTo>
                    <a:pt x="278892" y="263030"/>
                    <a:pt x="270002" y="256680"/>
                    <a:pt x="252222" y="246520"/>
                  </a:cubicBezTo>
                  <a:cubicBezTo>
                    <a:pt x="229362" y="232550"/>
                    <a:pt x="198882" y="217310"/>
                    <a:pt x="164592" y="209690"/>
                  </a:cubicBezTo>
                  <a:cubicBezTo>
                    <a:pt x="121412" y="200800"/>
                    <a:pt x="35052" y="222390"/>
                    <a:pt x="12192" y="207150"/>
                  </a:cubicBezTo>
                  <a:cubicBezTo>
                    <a:pt x="2032" y="199530"/>
                    <a:pt x="-1778" y="183020"/>
                    <a:pt x="762" y="175400"/>
                  </a:cubicBezTo>
                  <a:cubicBezTo>
                    <a:pt x="3302" y="167780"/>
                    <a:pt x="24892" y="158890"/>
                    <a:pt x="24892" y="158890"/>
                  </a:cubicBezTo>
                </a:path>
              </a:pathLst>
            </a:custGeom>
            <a:solidFill>
              <a:srgbClr val="000000"/>
            </a:solidFill>
            <a:ln cap="sq">
              <a:noFill/>
              <a:prstDash val="solid"/>
              <a:miter/>
            </a:ln>
          </p:spPr>
        </p:sp>
      </p:grpSp>
      <p:grpSp>
        <p:nvGrpSpPr>
          <p:cNvPr id="9" name="Group 9"/>
          <p:cNvGrpSpPr/>
          <p:nvPr/>
        </p:nvGrpSpPr>
        <p:grpSpPr>
          <a:xfrm>
            <a:off x="3975735" y="1901190"/>
            <a:ext cx="664845" cy="383858"/>
            <a:chOff x="0" y="0"/>
            <a:chExt cx="886460" cy="511810"/>
          </a:xfrm>
        </p:grpSpPr>
        <p:sp>
          <p:nvSpPr>
            <p:cNvPr id="10" name="Freeform 10"/>
            <p:cNvSpPr/>
            <p:nvPr/>
          </p:nvSpPr>
          <p:spPr>
            <a:xfrm>
              <a:off x="48500" y="48456"/>
              <a:ext cx="788113" cy="412554"/>
            </a:xfrm>
            <a:custGeom>
              <a:avLst/>
              <a:gdLst/>
              <a:ahLst/>
              <a:cxnLst/>
              <a:rect l="l" t="t" r="r" b="b"/>
              <a:pathLst>
                <a:path w="788113" h="412554">
                  <a:moveTo>
                    <a:pt x="763030" y="53144"/>
                  </a:moveTo>
                  <a:cubicBezTo>
                    <a:pt x="638570" y="64574"/>
                    <a:pt x="444260" y="129344"/>
                    <a:pt x="352820" y="168714"/>
                  </a:cubicBezTo>
                  <a:cubicBezTo>
                    <a:pt x="290590" y="195384"/>
                    <a:pt x="252490" y="215704"/>
                    <a:pt x="204230" y="251264"/>
                  </a:cubicBezTo>
                  <a:cubicBezTo>
                    <a:pt x="147080" y="293174"/>
                    <a:pt x="73420" y="397314"/>
                    <a:pt x="37860" y="408744"/>
                  </a:cubicBezTo>
                  <a:cubicBezTo>
                    <a:pt x="25160" y="413824"/>
                    <a:pt x="12460" y="411284"/>
                    <a:pt x="7380" y="404934"/>
                  </a:cubicBezTo>
                  <a:cubicBezTo>
                    <a:pt x="2300" y="398584"/>
                    <a:pt x="2300" y="375724"/>
                    <a:pt x="8650" y="368104"/>
                  </a:cubicBezTo>
                  <a:cubicBezTo>
                    <a:pt x="12460" y="363024"/>
                    <a:pt x="23890" y="360484"/>
                    <a:pt x="31510" y="361754"/>
                  </a:cubicBezTo>
                  <a:cubicBezTo>
                    <a:pt x="37860" y="364294"/>
                    <a:pt x="46750" y="371914"/>
                    <a:pt x="49290" y="378264"/>
                  </a:cubicBezTo>
                  <a:cubicBezTo>
                    <a:pt x="51830" y="384614"/>
                    <a:pt x="50560" y="396044"/>
                    <a:pt x="45480" y="401124"/>
                  </a:cubicBezTo>
                  <a:cubicBezTo>
                    <a:pt x="41670" y="407474"/>
                    <a:pt x="31510" y="412554"/>
                    <a:pt x="25160" y="412554"/>
                  </a:cubicBezTo>
                  <a:cubicBezTo>
                    <a:pt x="17540" y="412554"/>
                    <a:pt x="7380" y="407474"/>
                    <a:pt x="3570" y="401124"/>
                  </a:cubicBezTo>
                  <a:cubicBezTo>
                    <a:pt x="-240" y="394774"/>
                    <a:pt x="-1510" y="385884"/>
                    <a:pt x="2300" y="376994"/>
                  </a:cubicBezTo>
                  <a:cubicBezTo>
                    <a:pt x="7380" y="360484"/>
                    <a:pt x="41670" y="324924"/>
                    <a:pt x="58180" y="313494"/>
                  </a:cubicBezTo>
                  <a:cubicBezTo>
                    <a:pt x="67070" y="308414"/>
                    <a:pt x="73420" y="312224"/>
                    <a:pt x="82310" y="307144"/>
                  </a:cubicBezTo>
                  <a:cubicBezTo>
                    <a:pt x="105170" y="293174"/>
                    <a:pt x="138190" y="238564"/>
                    <a:pt x="175020" y="209354"/>
                  </a:cubicBezTo>
                  <a:cubicBezTo>
                    <a:pt x="219470" y="176334"/>
                    <a:pt x="269000" y="149664"/>
                    <a:pt x="335040" y="121724"/>
                  </a:cubicBezTo>
                  <a:cubicBezTo>
                    <a:pt x="430290" y="79814"/>
                    <a:pt x="628410" y="11234"/>
                    <a:pt x="704610" y="2344"/>
                  </a:cubicBezTo>
                  <a:cubicBezTo>
                    <a:pt x="738900" y="-1466"/>
                    <a:pt x="768110" y="-1466"/>
                    <a:pt x="779540" y="8694"/>
                  </a:cubicBezTo>
                  <a:cubicBezTo>
                    <a:pt x="787160" y="15044"/>
                    <a:pt x="789700" y="30284"/>
                    <a:pt x="787160" y="36634"/>
                  </a:cubicBezTo>
                  <a:cubicBezTo>
                    <a:pt x="783350" y="44254"/>
                    <a:pt x="763030" y="53144"/>
                    <a:pt x="763030" y="53144"/>
                  </a:cubicBezTo>
                </a:path>
              </a:pathLst>
            </a:custGeom>
            <a:solidFill>
              <a:srgbClr val="000000"/>
            </a:solidFill>
            <a:ln cap="sq">
              <a:noFill/>
              <a:prstDash val="solid"/>
              <a:miter/>
            </a:ln>
          </p:spPr>
        </p:sp>
      </p:grpSp>
      <p:grpSp>
        <p:nvGrpSpPr>
          <p:cNvPr id="11" name="Group 11"/>
          <p:cNvGrpSpPr/>
          <p:nvPr/>
        </p:nvGrpSpPr>
        <p:grpSpPr>
          <a:xfrm>
            <a:off x="2687955" y="2844165"/>
            <a:ext cx="1469708" cy="637222"/>
            <a:chOff x="0" y="0"/>
            <a:chExt cx="1959610" cy="849630"/>
          </a:xfrm>
        </p:grpSpPr>
        <p:sp>
          <p:nvSpPr>
            <p:cNvPr id="12" name="Freeform 12"/>
            <p:cNvSpPr/>
            <p:nvPr/>
          </p:nvSpPr>
          <p:spPr>
            <a:xfrm>
              <a:off x="50800" y="47756"/>
              <a:ext cx="1857047" cy="752530"/>
            </a:xfrm>
            <a:custGeom>
              <a:avLst/>
              <a:gdLst/>
              <a:ahLst/>
              <a:cxnLst/>
              <a:rect l="l" t="t" r="r" b="b"/>
              <a:pathLst>
                <a:path w="1857047" h="752530">
                  <a:moveTo>
                    <a:pt x="19050" y="700274"/>
                  </a:moveTo>
                  <a:cubicBezTo>
                    <a:pt x="231140" y="648204"/>
                    <a:pt x="327660" y="593594"/>
                    <a:pt x="430530" y="552954"/>
                  </a:cubicBezTo>
                  <a:cubicBezTo>
                    <a:pt x="556260" y="503424"/>
                    <a:pt x="763270" y="428494"/>
                    <a:pt x="858520" y="403094"/>
                  </a:cubicBezTo>
                  <a:cubicBezTo>
                    <a:pt x="904240" y="390394"/>
                    <a:pt x="920750" y="395474"/>
                    <a:pt x="962660" y="382774"/>
                  </a:cubicBezTo>
                  <a:cubicBezTo>
                    <a:pt x="1028700" y="363724"/>
                    <a:pt x="1117600" y="310384"/>
                    <a:pt x="1215390" y="281174"/>
                  </a:cubicBezTo>
                  <a:cubicBezTo>
                    <a:pt x="1339850" y="244344"/>
                    <a:pt x="1549400" y="221484"/>
                    <a:pt x="1653540" y="193544"/>
                  </a:cubicBezTo>
                  <a:cubicBezTo>
                    <a:pt x="1713230" y="178304"/>
                    <a:pt x="1753870" y="155444"/>
                    <a:pt x="1789430" y="149094"/>
                  </a:cubicBezTo>
                  <a:cubicBezTo>
                    <a:pt x="1812290" y="145284"/>
                    <a:pt x="1835150" y="141474"/>
                    <a:pt x="1845310" y="146554"/>
                  </a:cubicBezTo>
                  <a:cubicBezTo>
                    <a:pt x="1852930" y="151634"/>
                    <a:pt x="1856740" y="160524"/>
                    <a:pt x="1856740" y="168144"/>
                  </a:cubicBezTo>
                  <a:cubicBezTo>
                    <a:pt x="1858010" y="174494"/>
                    <a:pt x="1855470" y="183384"/>
                    <a:pt x="1846580" y="188464"/>
                  </a:cubicBezTo>
                  <a:cubicBezTo>
                    <a:pt x="1817370" y="206244"/>
                    <a:pt x="1670050" y="187194"/>
                    <a:pt x="1582420" y="174494"/>
                  </a:cubicBezTo>
                  <a:cubicBezTo>
                    <a:pt x="1493520" y="160524"/>
                    <a:pt x="1416050" y="124964"/>
                    <a:pt x="1316990" y="105914"/>
                  </a:cubicBezTo>
                  <a:cubicBezTo>
                    <a:pt x="1193800" y="83054"/>
                    <a:pt x="949960" y="71624"/>
                    <a:pt x="900430" y="52574"/>
                  </a:cubicBezTo>
                  <a:cubicBezTo>
                    <a:pt x="889000" y="48764"/>
                    <a:pt x="882650" y="46224"/>
                    <a:pt x="880110" y="39874"/>
                  </a:cubicBezTo>
                  <a:cubicBezTo>
                    <a:pt x="877570" y="32254"/>
                    <a:pt x="878840" y="14474"/>
                    <a:pt x="885190" y="9394"/>
                  </a:cubicBezTo>
                  <a:cubicBezTo>
                    <a:pt x="891540" y="4314"/>
                    <a:pt x="908050" y="1774"/>
                    <a:pt x="915670" y="5584"/>
                  </a:cubicBezTo>
                  <a:cubicBezTo>
                    <a:pt x="922020" y="9394"/>
                    <a:pt x="927100" y="19554"/>
                    <a:pt x="928370" y="25904"/>
                  </a:cubicBezTo>
                  <a:cubicBezTo>
                    <a:pt x="928370" y="33524"/>
                    <a:pt x="924560" y="43684"/>
                    <a:pt x="918210" y="47494"/>
                  </a:cubicBezTo>
                  <a:cubicBezTo>
                    <a:pt x="911860" y="52574"/>
                    <a:pt x="894080" y="52574"/>
                    <a:pt x="887730" y="47494"/>
                  </a:cubicBezTo>
                  <a:cubicBezTo>
                    <a:pt x="881380" y="43684"/>
                    <a:pt x="876300" y="25904"/>
                    <a:pt x="878840" y="18284"/>
                  </a:cubicBezTo>
                  <a:cubicBezTo>
                    <a:pt x="881380" y="11934"/>
                    <a:pt x="885190" y="6854"/>
                    <a:pt x="896620" y="3044"/>
                  </a:cubicBezTo>
                  <a:cubicBezTo>
                    <a:pt x="944880" y="-12196"/>
                    <a:pt x="1203960" y="33524"/>
                    <a:pt x="1328420" y="57654"/>
                  </a:cubicBezTo>
                  <a:cubicBezTo>
                    <a:pt x="1424940" y="75434"/>
                    <a:pt x="1498600" y="109724"/>
                    <a:pt x="1583690" y="123694"/>
                  </a:cubicBezTo>
                  <a:cubicBezTo>
                    <a:pt x="1667510" y="137664"/>
                    <a:pt x="1797050" y="127504"/>
                    <a:pt x="1833880" y="142744"/>
                  </a:cubicBezTo>
                  <a:cubicBezTo>
                    <a:pt x="1846580" y="147824"/>
                    <a:pt x="1854200" y="154174"/>
                    <a:pt x="1856740" y="161794"/>
                  </a:cubicBezTo>
                  <a:cubicBezTo>
                    <a:pt x="1858010" y="169414"/>
                    <a:pt x="1855470" y="180844"/>
                    <a:pt x="1846580" y="188464"/>
                  </a:cubicBezTo>
                  <a:cubicBezTo>
                    <a:pt x="1823720" y="211324"/>
                    <a:pt x="1738630" y="225294"/>
                    <a:pt x="1663700" y="244344"/>
                  </a:cubicBezTo>
                  <a:cubicBezTo>
                    <a:pt x="1551940" y="271014"/>
                    <a:pt x="1332230" y="296414"/>
                    <a:pt x="1236980" y="326894"/>
                  </a:cubicBezTo>
                  <a:cubicBezTo>
                    <a:pt x="1184910" y="343404"/>
                    <a:pt x="1168400" y="363724"/>
                    <a:pt x="1122680" y="380234"/>
                  </a:cubicBezTo>
                  <a:cubicBezTo>
                    <a:pt x="1056640" y="404364"/>
                    <a:pt x="969010" y="420874"/>
                    <a:pt x="875030" y="450084"/>
                  </a:cubicBezTo>
                  <a:cubicBezTo>
                    <a:pt x="753110" y="489454"/>
                    <a:pt x="579120" y="549144"/>
                    <a:pt x="452120" y="598674"/>
                  </a:cubicBezTo>
                  <a:cubicBezTo>
                    <a:pt x="346710" y="639314"/>
                    <a:pt x="245110" y="697734"/>
                    <a:pt x="163830" y="723134"/>
                  </a:cubicBezTo>
                  <a:cubicBezTo>
                    <a:pt x="109220" y="739644"/>
                    <a:pt x="44450" y="759964"/>
                    <a:pt x="19050" y="749804"/>
                  </a:cubicBezTo>
                  <a:cubicBezTo>
                    <a:pt x="7620" y="744724"/>
                    <a:pt x="0" y="730754"/>
                    <a:pt x="0" y="721864"/>
                  </a:cubicBezTo>
                  <a:cubicBezTo>
                    <a:pt x="1270" y="714244"/>
                    <a:pt x="19050" y="700274"/>
                    <a:pt x="19050" y="700274"/>
                  </a:cubicBezTo>
                </a:path>
              </a:pathLst>
            </a:custGeom>
            <a:solidFill>
              <a:srgbClr val="000000"/>
            </a:solidFill>
            <a:ln cap="sq">
              <a:noFill/>
              <a:prstDash val="solid"/>
              <a:miter/>
            </a:ln>
          </p:spPr>
        </p:sp>
      </p:grpSp>
      <p:grpSp>
        <p:nvGrpSpPr>
          <p:cNvPr id="13" name="Group 13"/>
          <p:cNvGrpSpPr/>
          <p:nvPr/>
        </p:nvGrpSpPr>
        <p:grpSpPr>
          <a:xfrm>
            <a:off x="3569970" y="2948940"/>
            <a:ext cx="562928" cy="755332"/>
            <a:chOff x="0" y="0"/>
            <a:chExt cx="750570" cy="1007110"/>
          </a:xfrm>
        </p:grpSpPr>
        <p:sp>
          <p:nvSpPr>
            <p:cNvPr id="14" name="Freeform 14"/>
            <p:cNvSpPr/>
            <p:nvPr/>
          </p:nvSpPr>
          <p:spPr>
            <a:xfrm>
              <a:off x="50557" y="50240"/>
              <a:ext cx="649213" cy="906299"/>
            </a:xfrm>
            <a:custGeom>
              <a:avLst/>
              <a:gdLst/>
              <a:ahLst/>
              <a:cxnLst/>
              <a:rect l="l" t="t" r="r" b="b"/>
              <a:pathLst>
                <a:path w="649213" h="906299">
                  <a:moveTo>
                    <a:pt x="649213" y="29770"/>
                  </a:moveTo>
                  <a:cubicBezTo>
                    <a:pt x="594603" y="279960"/>
                    <a:pt x="548883" y="439980"/>
                    <a:pt x="484113" y="536500"/>
                  </a:cubicBezTo>
                  <a:cubicBezTo>
                    <a:pt x="425693" y="622860"/>
                    <a:pt x="327903" y="693980"/>
                    <a:pt x="260593" y="744780"/>
                  </a:cubicBezTo>
                  <a:cubicBezTo>
                    <a:pt x="212333" y="780340"/>
                    <a:pt x="166613" y="793040"/>
                    <a:pt x="127243" y="822250"/>
                  </a:cubicBezTo>
                  <a:cubicBezTo>
                    <a:pt x="92953" y="847650"/>
                    <a:pt x="61203" y="900990"/>
                    <a:pt x="37073" y="904800"/>
                  </a:cubicBezTo>
                  <a:cubicBezTo>
                    <a:pt x="23103" y="907340"/>
                    <a:pt x="6593" y="899720"/>
                    <a:pt x="2783" y="892100"/>
                  </a:cubicBezTo>
                  <a:cubicBezTo>
                    <a:pt x="-1027" y="884480"/>
                    <a:pt x="4053" y="866700"/>
                    <a:pt x="10403" y="862890"/>
                  </a:cubicBezTo>
                  <a:cubicBezTo>
                    <a:pt x="18023" y="857810"/>
                    <a:pt x="42153" y="860350"/>
                    <a:pt x="47233" y="867970"/>
                  </a:cubicBezTo>
                  <a:cubicBezTo>
                    <a:pt x="51043" y="874320"/>
                    <a:pt x="45963" y="898450"/>
                    <a:pt x="39613" y="903530"/>
                  </a:cubicBezTo>
                  <a:cubicBezTo>
                    <a:pt x="33263" y="908610"/>
                    <a:pt x="15483" y="906070"/>
                    <a:pt x="9133" y="900990"/>
                  </a:cubicBezTo>
                  <a:cubicBezTo>
                    <a:pt x="2783" y="897180"/>
                    <a:pt x="-1027" y="887020"/>
                    <a:pt x="243" y="878130"/>
                  </a:cubicBezTo>
                  <a:cubicBezTo>
                    <a:pt x="5323" y="857810"/>
                    <a:pt x="53583" y="815900"/>
                    <a:pt x="85333" y="791770"/>
                  </a:cubicBezTo>
                  <a:cubicBezTo>
                    <a:pt x="118353" y="767640"/>
                    <a:pt x="153913" y="763830"/>
                    <a:pt x="194553" y="734620"/>
                  </a:cubicBezTo>
                  <a:cubicBezTo>
                    <a:pt x="263133" y="687630"/>
                    <a:pt x="376163" y="605080"/>
                    <a:pt x="438393" y="514910"/>
                  </a:cubicBezTo>
                  <a:cubicBezTo>
                    <a:pt x="503163" y="419660"/>
                    <a:pt x="545073" y="268530"/>
                    <a:pt x="571743" y="175820"/>
                  </a:cubicBezTo>
                  <a:cubicBezTo>
                    <a:pt x="589523" y="113590"/>
                    <a:pt x="581903" y="38660"/>
                    <a:pt x="600953" y="14530"/>
                  </a:cubicBezTo>
                  <a:cubicBezTo>
                    <a:pt x="608573" y="4370"/>
                    <a:pt x="622543" y="-1980"/>
                    <a:pt x="631433" y="560"/>
                  </a:cubicBezTo>
                  <a:cubicBezTo>
                    <a:pt x="639053" y="3100"/>
                    <a:pt x="649213" y="29770"/>
                    <a:pt x="649213" y="29770"/>
                  </a:cubicBezTo>
                </a:path>
              </a:pathLst>
            </a:custGeom>
            <a:solidFill>
              <a:srgbClr val="000000"/>
            </a:solidFill>
            <a:ln cap="sq">
              <a:noFill/>
              <a:prstDash val="solid"/>
              <a:miter/>
            </a:ln>
          </p:spPr>
        </p:sp>
      </p:grpSp>
      <p:sp>
        <p:nvSpPr>
          <p:cNvPr id="15" name="Freeform 15"/>
          <p:cNvSpPr/>
          <p:nvPr/>
        </p:nvSpPr>
        <p:spPr>
          <a:xfrm>
            <a:off x="8872044" y="16638"/>
            <a:ext cx="9422758" cy="1884552"/>
          </a:xfrm>
          <a:custGeom>
            <a:avLst/>
            <a:gdLst/>
            <a:ahLst/>
            <a:cxnLst/>
            <a:rect l="l" t="t" r="r" b="b"/>
            <a:pathLst>
              <a:path w="9422758" h="1884552">
                <a:moveTo>
                  <a:pt x="0" y="0"/>
                </a:moveTo>
                <a:lnTo>
                  <a:pt x="9422758" y="0"/>
                </a:lnTo>
                <a:lnTo>
                  <a:pt x="9422758" y="1884552"/>
                </a:lnTo>
                <a:lnTo>
                  <a:pt x="0" y="1884552"/>
                </a:lnTo>
                <a:lnTo>
                  <a:pt x="0" y="0"/>
                </a:lnTo>
                <a:close/>
              </a:path>
            </a:pathLst>
          </a:custGeom>
          <a:blipFill>
            <a:blip r:embed="rId7"/>
            <a:stretch>
              <a:fillRect/>
            </a:stretch>
          </a:blipFill>
        </p:spPr>
      </p:sp>
      <p:sp>
        <p:nvSpPr>
          <p:cNvPr id="16" name="TextBox 16"/>
          <p:cNvSpPr txBox="1"/>
          <p:nvPr/>
        </p:nvSpPr>
        <p:spPr>
          <a:xfrm rot="-324974">
            <a:off x="4596841" y="3629117"/>
            <a:ext cx="4181991" cy="2172835"/>
          </a:xfrm>
          <a:prstGeom prst="rect">
            <a:avLst/>
          </a:prstGeom>
        </p:spPr>
        <p:txBody>
          <a:bodyPr lIns="0" tIns="0" rIns="0" bIns="0" rtlCol="0" anchor="t">
            <a:spAutoFit/>
          </a:bodyPr>
          <a:lstStyle/>
          <a:p>
            <a:pPr algn="ctr">
              <a:lnSpc>
                <a:spcPts val="5385"/>
              </a:lnSpc>
            </a:pPr>
            <a:r>
              <a:rPr lang="en-US" sz="5495" b="1" spc="-109">
                <a:solidFill>
                  <a:srgbClr val="545454"/>
                </a:solidFill>
                <a:latin typeface="ITC Avant Garde Gothic Bold"/>
                <a:ea typeface="ITC Avant Garde Gothic Bold"/>
                <a:cs typeface="ITC Avant Garde Gothic Bold"/>
                <a:sym typeface="ITC Avant Garde Gothic Bold"/>
              </a:rPr>
              <a:t>dinlediğiniz için</a:t>
            </a:r>
          </a:p>
          <a:p>
            <a:pPr algn="ctr">
              <a:lnSpc>
                <a:spcPts val="5385"/>
              </a:lnSpc>
            </a:pPr>
            <a:r>
              <a:rPr lang="en-US" sz="5495" b="1" spc="-109">
                <a:solidFill>
                  <a:srgbClr val="545454"/>
                </a:solidFill>
                <a:latin typeface="ITC Avant Garde Gothic Bold"/>
                <a:ea typeface="ITC Avant Garde Gothic Bold"/>
                <a:cs typeface="ITC Avant Garde Gothic Bold"/>
                <a:sym typeface="ITC Avant Garde Gothic Bold"/>
              </a:rPr>
              <a:t>teşekkürler</a:t>
            </a:r>
          </a:p>
        </p:txBody>
      </p:sp>
      <p:sp>
        <p:nvSpPr>
          <p:cNvPr id="17" name="TextBox 17"/>
          <p:cNvSpPr txBox="1"/>
          <p:nvPr/>
        </p:nvSpPr>
        <p:spPr>
          <a:xfrm rot="1047996">
            <a:off x="11473446" y="4238319"/>
            <a:ext cx="3305676" cy="1434858"/>
          </a:xfrm>
          <a:prstGeom prst="rect">
            <a:avLst/>
          </a:prstGeom>
        </p:spPr>
        <p:txBody>
          <a:bodyPr lIns="0" tIns="0" rIns="0" bIns="0" rtlCol="0" anchor="t">
            <a:spAutoFit/>
          </a:bodyPr>
          <a:lstStyle/>
          <a:p>
            <a:pPr algn="ctr">
              <a:lnSpc>
                <a:spcPts val="5619"/>
              </a:lnSpc>
            </a:pPr>
            <a:r>
              <a:rPr lang="en-US" sz="4972" b="1">
                <a:solidFill>
                  <a:srgbClr val="000000"/>
                </a:solidFill>
                <a:latin typeface="Klein Heavy"/>
                <a:ea typeface="Klein Heavy"/>
                <a:cs typeface="Klein Heavy"/>
                <a:sym typeface="Klein Heavy"/>
              </a:rPr>
              <a:t>YUNUS SUNAR</a:t>
            </a: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657</Words>
  <Application>Microsoft Office PowerPoint</Application>
  <PresentationFormat>Özel</PresentationFormat>
  <Paragraphs>43</Paragraphs>
  <Slides>8</Slides>
  <Notes>0</Notes>
  <HiddenSlides>0</HiddenSlides>
  <MMClips>0</MMClips>
  <ScaleCrop>false</ScaleCrop>
  <HeadingPairs>
    <vt:vector size="6" baseType="variant">
      <vt:variant>
        <vt:lpstr>Kullanılan Yazı Tipleri</vt:lpstr>
      </vt:variant>
      <vt:variant>
        <vt:i4>10</vt:i4>
      </vt:variant>
      <vt:variant>
        <vt:lpstr>Tema</vt:lpstr>
      </vt:variant>
      <vt:variant>
        <vt:i4>1</vt:i4>
      </vt:variant>
      <vt:variant>
        <vt:lpstr>Slayt Başlıkları</vt:lpstr>
      </vt:variant>
      <vt:variant>
        <vt:i4>8</vt:i4>
      </vt:variant>
    </vt:vector>
  </HeadingPairs>
  <TitlesOfParts>
    <vt:vector size="19" baseType="lpstr">
      <vt:lpstr>ITC Avant Garde Gothic Bold</vt:lpstr>
      <vt:lpstr>Horizon</vt:lpstr>
      <vt:lpstr>Anton</vt:lpstr>
      <vt:lpstr>Klein</vt:lpstr>
      <vt:lpstr>Calibri</vt:lpstr>
      <vt:lpstr>Klein Heavy</vt:lpstr>
      <vt:lpstr>Adigiana Toybox Bold</vt:lpstr>
      <vt:lpstr>Arial</vt:lpstr>
      <vt:lpstr>League Spartan</vt:lpstr>
      <vt:lpstr>Klein Bold</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Hz.Yunus(as) hayatı</dc:title>
  <cp:lastModifiedBy>Yunus Emin Kalaycı</cp:lastModifiedBy>
  <cp:revision>3</cp:revision>
  <dcterms:created xsi:type="dcterms:W3CDTF">2006-08-16T00:00:00Z</dcterms:created>
  <dcterms:modified xsi:type="dcterms:W3CDTF">2026-04-02T13:17:36Z</dcterms:modified>
  <dc:identifier>DAHFosvzXdc</dc:identifier>
</cp:coreProperties>
</file>