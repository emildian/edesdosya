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cade Gamer" panose="020B0604020202020204" charset="-94"/>
      <p:regular r:id="rId12"/>
    </p:embeddedFont>
    <p:embeddedFont>
      <p:font typeface="Retropix" panose="020B0604020202020204" charset="-9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16.svg"/><Relationship Id="rId10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6.sv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8.svg"/><Relationship Id="rId1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7.png"/><Relationship Id="rId1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6.svg"/><Relationship Id="rId5" Type="http://schemas.openxmlformats.org/officeDocument/2006/relationships/image" Target="../media/image18.svg"/><Relationship Id="rId15" Type="http://schemas.openxmlformats.org/officeDocument/2006/relationships/image" Target="../media/image4.svg"/><Relationship Id="rId10" Type="http://schemas.openxmlformats.org/officeDocument/2006/relationships/image" Target="../media/image15.png"/><Relationship Id="rId19" Type="http://schemas.openxmlformats.org/officeDocument/2006/relationships/image" Target="../media/image12.svg"/><Relationship Id="rId4" Type="http://schemas.openxmlformats.org/officeDocument/2006/relationships/image" Target="../media/image17.png"/><Relationship Id="rId9" Type="http://schemas.openxmlformats.org/officeDocument/2006/relationships/image" Target="../media/image24.svg"/><Relationship Id="rId1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9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8.svg"/><Relationship Id="rId10" Type="http://schemas.openxmlformats.org/officeDocument/2006/relationships/image" Target="../media/image23.png"/><Relationship Id="rId19" Type="http://schemas.openxmlformats.org/officeDocument/2006/relationships/image" Target="../media/image14.svg"/><Relationship Id="rId4" Type="http://schemas.openxmlformats.org/officeDocument/2006/relationships/image" Target="../media/image17.png"/><Relationship Id="rId9" Type="http://schemas.openxmlformats.org/officeDocument/2006/relationships/image" Target="../media/image6.sv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9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8.svg"/><Relationship Id="rId10" Type="http://schemas.openxmlformats.org/officeDocument/2006/relationships/image" Target="../media/image23.png"/><Relationship Id="rId19" Type="http://schemas.openxmlformats.org/officeDocument/2006/relationships/image" Target="../media/image14.svg"/><Relationship Id="rId4" Type="http://schemas.openxmlformats.org/officeDocument/2006/relationships/image" Target="../media/image17.png"/><Relationship Id="rId9" Type="http://schemas.openxmlformats.org/officeDocument/2006/relationships/image" Target="../media/image6.sv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6.svg"/><Relationship Id="rId15" Type="http://schemas.openxmlformats.org/officeDocument/2006/relationships/image" Target="../media/image14.svg"/><Relationship Id="rId10" Type="http://schemas.openxmlformats.org/officeDocument/2006/relationships/image" Target="../media/image23.png"/><Relationship Id="rId19" Type="http://schemas.openxmlformats.org/officeDocument/2006/relationships/image" Target="../media/image8.svg"/><Relationship Id="rId4" Type="http://schemas.openxmlformats.org/officeDocument/2006/relationships/image" Target="../media/image5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10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852278"/>
            <a:ext cx="2198902" cy="2779024"/>
          </a:xfrm>
          <a:custGeom>
            <a:avLst/>
            <a:gdLst/>
            <a:ahLst/>
            <a:cxnLst/>
            <a:rect l="l" t="t" r="r" b="b"/>
            <a:pathLst>
              <a:path w="2198902" h="2779024">
                <a:moveTo>
                  <a:pt x="0" y="0"/>
                </a:moveTo>
                <a:lnTo>
                  <a:pt x="2198902" y="0"/>
                </a:lnTo>
                <a:lnTo>
                  <a:pt x="2198902" y="2779024"/>
                </a:lnTo>
                <a:lnTo>
                  <a:pt x="0" y="2779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52219" y="3972781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80246" y="5449765"/>
            <a:ext cx="1272717" cy="3170844"/>
          </a:xfrm>
          <a:custGeom>
            <a:avLst/>
            <a:gdLst/>
            <a:ahLst/>
            <a:cxnLst/>
            <a:rect l="l" t="t" r="r" b="b"/>
            <a:pathLst>
              <a:path w="1272717" h="3170844">
                <a:moveTo>
                  <a:pt x="0" y="0"/>
                </a:moveTo>
                <a:lnTo>
                  <a:pt x="1272717" y="0"/>
                </a:lnTo>
                <a:lnTo>
                  <a:pt x="1272717" y="3170844"/>
                </a:lnTo>
                <a:lnTo>
                  <a:pt x="0" y="3170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069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02422" y="7573690"/>
            <a:ext cx="1163374" cy="1057612"/>
          </a:xfrm>
          <a:custGeom>
            <a:avLst/>
            <a:gdLst/>
            <a:ahLst/>
            <a:cxnLst/>
            <a:rect l="l" t="t" r="r" b="b"/>
            <a:pathLst>
              <a:path w="1163374" h="1057612">
                <a:moveTo>
                  <a:pt x="0" y="0"/>
                </a:moveTo>
                <a:lnTo>
                  <a:pt x="1163374" y="0"/>
                </a:lnTo>
                <a:lnTo>
                  <a:pt x="1163374" y="1057612"/>
                </a:lnTo>
                <a:lnTo>
                  <a:pt x="0" y="105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69804" y="2714983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8" y="0"/>
                </a:lnTo>
                <a:lnTo>
                  <a:pt x="1257798" y="1257798"/>
                </a:lnTo>
                <a:lnTo>
                  <a:pt x="0" y="1257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68014" y="6914869"/>
            <a:ext cx="1104758" cy="1716433"/>
          </a:xfrm>
          <a:custGeom>
            <a:avLst/>
            <a:gdLst/>
            <a:ahLst/>
            <a:cxnLst/>
            <a:rect l="l" t="t" r="r" b="b"/>
            <a:pathLst>
              <a:path w="1104758" h="1716433">
                <a:moveTo>
                  <a:pt x="0" y="0"/>
                </a:moveTo>
                <a:lnTo>
                  <a:pt x="1104758" y="0"/>
                </a:lnTo>
                <a:lnTo>
                  <a:pt x="1104758" y="1716433"/>
                </a:lnTo>
                <a:lnTo>
                  <a:pt x="0" y="17164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13997" y="4301274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77237" y="3753703"/>
            <a:ext cx="11012489" cy="166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1"/>
              </a:lnSpc>
            </a:pPr>
            <a:r>
              <a:rPr lang="en-US" sz="1154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QUESTİONS</a:t>
            </a:r>
          </a:p>
        </p:txBody>
      </p:sp>
      <p:sp>
        <p:nvSpPr>
          <p:cNvPr id="12" name="Freeform 12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791024" y="6119733"/>
            <a:ext cx="2705951" cy="35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2425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LET’S PLAY!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529849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64406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6836" y="3972781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28675" y="537711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8675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6440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60889" y="5002480"/>
            <a:ext cx="3005303" cy="1601007"/>
          </a:xfrm>
          <a:custGeom>
            <a:avLst/>
            <a:gdLst/>
            <a:ahLst/>
            <a:cxnLst/>
            <a:rect l="l" t="t" r="r" b="b"/>
            <a:pathLst>
              <a:path w="3005303" h="1601007">
                <a:moveTo>
                  <a:pt x="0" y="0"/>
                </a:moveTo>
                <a:lnTo>
                  <a:pt x="3005303" y="0"/>
                </a:lnTo>
                <a:lnTo>
                  <a:pt x="3005303" y="1601007"/>
                </a:lnTo>
                <a:lnTo>
                  <a:pt x="0" y="16010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58141" y="4250047"/>
            <a:ext cx="1272717" cy="4381255"/>
          </a:xfrm>
          <a:custGeom>
            <a:avLst/>
            <a:gdLst/>
            <a:ahLst/>
            <a:cxnLst/>
            <a:rect l="l" t="t" r="r" b="b"/>
            <a:pathLst>
              <a:path w="1272717" h="4381255">
                <a:moveTo>
                  <a:pt x="0" y="0"/>
                </a:moveTo>
                <a:lnTo>
                  <a:pt x="1272717" y="0"/>
                </a:lnTo>
                <a:lnTo>
                  <a:pt x="1272717" y="4381255"/>
                </a:lnTo>
                <a:lnTo>
                  <a:pt x="0" y="4381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4524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41972" y="5165292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59556" y="3907493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9" y="0"/>
                </a:lnTo>
                <a:lnTo>
                  <a:pt x="1257799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878912" y="2581243"/>
            <a:ext cx="10530177" cy="103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3"/>
              </a:lnSpc>
            </a:pPr>
            <a:r>
              <a:rPr lang="en-US" sz="715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how to play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14041" y="3767693"/>
            <a:ext cx="10259919" cy="48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3"/>
              </a:lnSpc>
              <a:spcBef>
                <a:spcPct val="0"/>
              </a:spcBef>
            </a:pPr>
            <a:r>
              <a:rPr lang="en-US" sz="314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There are 3 different types of games!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87002" y="5417034"/>
            <a:ext cx="2353077" cy="76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Answer the question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34243" y="5002480"/>
            <a:ext cx="3005303" cy="1601007"/>
          </a:xfrm>
          <a:custGeom>
            <a:avLst/>
            <a:gdLst/>
            <a:ahLst/>
            <a:cxnLst/>
            <a:rect l="l" t="t" r="r" b="b"/>
            <a:pathLst>
              <a:path w="3005303" h="1601007">
                <a:moveTo>
                  <a:pt x="0" y="0"/>
                </a:moveTo>
                <a:lnTo>
                  <a:pt x="3005303" y="0"/>
                </a:lnTo>
                <a:lnTo>
                  <a:pt x="3005303" y="1601007"/>
                </a:lnTo>
                <a:lnTo>
                  <a:pt x="0" y="16010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67461" y="5590667"/>
            <a:ext cx="2353077" cy="41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Multiple choice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821808" y="5002480"/>
            <a:ext cx="3005303" cy="1601007"/>
          </a:xfrm>
          <a:custGeom>
            <a:avLst/>
            <a:gdLst/>
            <a:ahLst/>
            <a:cxnLst/>
            <a:rect l="l" t="t" r="r" b="b"/>
            <a:pathLst>
              <a:path w="3005303" h="1601007">
                <a:moveTo>
                  <a:pt x="0" y="0"/>
                </a:moveTo>
                <a:lnTo>
                  <a:pt x="3005303" y="0"/>
                </a:lnTo>
                <a:lnTo>
                  <a:pt x="3005303" y="1601007"/>
                </a:lnTo>
                <a:lnTo>
                  <a:pt x="0" y="16010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147920" y="5417034"/>
            <a:ext cx="2353077" cy="76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Complete the word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83917" y="4212484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83029" y="5449765"/>
            <a:ext cx="1272717" cy="3170844"/>
          </a:xfrm>
          <a:custGeom>
            <a:avLst/>
            <a:gdLst/>
            <a:ahLst/>
            <a:cxnLst/>
            <a:rect l="l" t="t" r="r" b="b"/>
            <a:pathLst>
              <a:path w="1272717" h="3170844">
                <a:moveTo>
                  <a:pt x="0" y="0"/>
                </a:moveTo>
                <a:lnTo>
                  <a:pt x="1272718" y="0"/>
                </a:lnTo>
                <a:lnTo>
                  <a:pt x="1272718" y="3170844"/>
                </a:lnTo>
                <a:lnTo>
                  <a:pt x="0" y="317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0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01501" y="2954685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9" y="0"/>
                </a:lnTo>
                <a:lnTo>
                  <a:pt x="1257799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0516" y="5439071"/>
            <a:ext cx="2047753" cy="3181537"/>
          </a:xfrm>
          <a:custGeom>
            <a:avLst/>
            <a:gdLst/>
            <a:ahLst/>
            <a:cxnLst/>
            <a:rect l="l" t="t" r="r" b="b"/>
            <a:pathLst>
              <a:path w="2047753" h="3181537">
                <a:moveTo>
                  <a:pt x="0" y="0"/>
                </a:moveTo>
                <a:lnTo>
                  <a:pt x="2047754" y="0"/>
                </a:lnTo>
                <a:lnTo>
                  <a:pt x="2047754" y="3181538"/>
                </a:lnTo>
                <a:lnTo>
                  <a:pt x="0" y="3181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88129" y="6309428"/>
            <a:ext cx="932362" cy="932362"/>
          </a:xfrm>
          <a:custGeom>
            <a:avLst/>
            <a:gdLst/>
            <a:ahLst/>
            <a:cxnLst/>
            <a:rect l="l" t="t" r="r" b="b"/>
            <a:pathLst>
              <a:path w="932362" h="932362">
                <a:moveTo>
                  <a:pt x="0" y="0"/>
                </a:moveTo>
                <a:lnTo>
                  <a:pt x="932362" y="0"/>
                </a:lnTo>
                <a:lnTo>
                  <a:pt x="932362" y="932362"/>
                </a:lnTo>
                <a:lnTo>
                  <a:pt x="0" y="932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77095" y="2685524"/>
            <a:ext cx="8933810" cy="316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1"/>
              </a:lnSpc>
            </a:pPr>
            <a:r>
              <a:rPr lang="en-US" sz="1154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ARE YOU READY?</a:t>
            </a:r>
          </a:p>
        </p:txBody>
      </p:sp>
      <p:sp>
        <p:nvSpPr>
          <p:cNvPr id="10" name="Freeform 10"/>
          <p:cNvSpPr/>
          <p:nvPr/>
        </p:nvSpPr>
        <p:spPr>
          <a:xfrm>
            <a:off x="3197845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6440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941918" y="6309428"/>
            <a:ext cx="932362" cy="932362"/>
          </a:xfrm>
          <a:custGeom>
            <a:avLst/>
            <a:gdLst/>
            <a:ahLst/>
            <a:cxnLst/>
            <a:rect l="l" t="t" r="r" b="b"/>
            <a:pathLst>
              <a:path w="932362" h="932362">
                <a:moveTo>
                  <a:pt x="0" y="0"/>
                </a:moveTo>
                <a:lnTo>
                  <a:pt x="932362" y="0"/>
                </a:lnTo>
                <a:lnTo>
                  <a:pt x="932362" y="932362"/>
                </a:lnTo>
                <a:lnTo>
                  <a:pt x="0" y="932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98130" y="6309428"/>
            <a:ext cx="932362" cy="932362"/>
          </a:xfrm>
          <a:custGeom>
            <a:avLst/>
            <a:gdLst/>
            <a:ahLst/>
            <a:cxnLst/>
            <a:rect l="l" t="t" r="r" b="b"/>
            <a:pathLst>
              <a:path w="932362" h="932362">
                <a:moveTo>
                  <a:pt x="0" y="0"/>
                </a:moveTo>
                <a:lnTo>
                  <a:pt x="932363" y="0"/>
                </a:lnTo>
                <a:lnTo>
                  <a:pt x="932363" y="932362"/>
                </a:lnTo>
                <a:lnTo>
                  <a:pt x="0" y="932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451919" y="6309428"/>
            <a:ext cx="932362" cy="932362"/>
          </a:xfrm>
          <a:custGeom>
            <a:avLst/>
            <a:gdLst/>
            <a:ahLst/>
            <a:cxnLst/>
            <a:rect l="l" t="t" r="r" b="b"/>
            <a:pathLst>
              <a:path w="932362" h="932362">
                <a:moveTo>
                  <a:pt x="0" y="0"/>
                </a:moveTo>
                <a:lnTo>
                  <a:pt x="932363" y="0"/>
                </a:lnTo>
                <a:lnTo>
                  <a:pt x="932363" y="932362"/>
                </a:lnTo>
                <a:lnTo>
                  <a:pt x="0" y="932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5962" y="6386184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23896" y="365227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55687" y="479123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54052" y="4454050"/>
            <a:ext cx="6579897" cy="74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  <a:spcBef>
                <a:spcPct val="0"/>
              </a:spcBef>
            </a:pPr>
            <a:r>
              <a:rPr lang="en-US" sz="481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an/a umbrella?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27536" y="388026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59327" y="501922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634710" y="501922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Answer the question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54052" y="4915541"/>
            <a:ext cx="6579897" cy="74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  <a:spcBef>
                <a:spcPct val="0"/>
              </a:spcBef>
            </a:pPr>
            <a:r>
              <a:rPr lang="en-US" sz="481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an umbrella</a:t>
            </a:r>
          </a:p>
        </p:txBody>
      </p:sp>
      <p:sp>
        <p:nvSpPr>
          <p:cNvPr id="7" name="Freeform 7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Answer the question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7154" y="4181845"/>
            <a:ext cx="4533692" cy="51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3314">
                <a:solidFill>
                  <a:srgbClr val="0FFF5E"/>
                </a:solidFill>
                <a:latin typeface="Retropix"/>
                <a:ea typeface="Retropix"/>
                <a:cs typeface="Retropix"/>
                <a:sym typeface="Retropix"/>
              </a:rPr>
              <a:t>Answer: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23605" y="537711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23605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16440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53071" y="4250047"/>
            <a:ext cx="1272717" cy="4381255"/>
          </a:xfrm>
          <a:custGeom>
            <a:avLst/>
            <a:gdLst/>
            <a:ahLst/>
            <a:cxnLst/>
            <a:rect l="l" t="t" r="r" b="b"/>
            <a:pathLst>
              <a:path w="1272717" h="4381255">
                <a:moveTo>
                  <a:pt x="0" y="0"/>
                </a:moveTo>
                <a:lnTo>
                  <a:pt x="1272717" y="0"/>
                </a:lnTo>
                <a:lnTo>
                  <a:pt x="1272717" y="4381255"/>
                </a:lnTo>
                <a:lnTo>
                  <a:pt x="0" y="4381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4524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58215" y="5852278"/>
            <a:ext cx="2198902" cy="2779024"/>
          </a:xfrm>
          <a:custGeom>
            <a:avLst/>
            <a:gdLst/>
            <a:ahLst/>
            <a:cxnLst/>
            <a:rect l="l" t="t" r="r" b="b"/>
            <a:pathLst>
              <a:path w="2198902" h="2779024">
                <a:moveTo>
                  <a:pt x="0" y="0"/>
                </a:moveTo>
                <a:lnTo>
                  <a:pt x="2198902" y="0"/>
                </a:lnTo>
                <a:lnTo>
                  <a:pt x="2198902" y="2779024"/>
                </a:lnTo>
                <a:lnTo>
                  <a:pt x="0" y="27790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19975" y="386811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837559" y="2610318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9" y="0"/>
                </a:lnTo>
                <a:lnTo>
                  <a:pt x="1257799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59327" y="501922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00005" y="6354612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145274" y="5198001"/>
            <a:ext cx="2892485" cy="576055"/>
            <a:chOff x="0" y="0"/>
            <a:chExt cx="677784" cy="1349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a. a university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507921" y="3708700"/>
            <a:ext cx="5272157" cy="59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9"/>
              </a:lnSpc>
              <a:spcBef>
                <a:spcPct val="0"/>
              </a:spcBef>
            </a:pPr>
            <a:r>
              <a:rPr lang="en-US" sz="385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who correct?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Multiple choice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0241" y="5198001"/>
            <a:ext cx="2892485" cy="576055"/>
            <a:chOff x="0" y="0"/>
            <a:chExt cx="677784" cy="134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b. an car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45274" y="5983195"/>
            <a:ext cx="2892485" cy="576055"/>
            <a:chOff x="0" y="0"/>
            <a:chExt cx="677784" cy="1349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c. an apple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50241" y="5983195"/>
            <a:ext cx="2892485" cy="576055"/>
            <a:chOff x="0" y="0"/>
            <a:chExt cx="677784" cy="1349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d. an cat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6156009" y="5296999"/>
            <a:ext cx="1163374" cy="1057612"/>
          </a:xfrm>
          <a:custGeom>
            <a:avLst/>
            <a:gdLst/>
            <a:ahLst/>
            <a:cxnLst/>
            <a:rect l="l" t="t" r="r" b="b"/>
            <a:pathLst>
              <a:path w="1163374" h="1057612">
                <a:moveTo>
                  <a:pt x="0" y="0"/>
                </a:moveTo>
                <a:lnTo>
                  <a:pt x="1163374" y="0"/>
                </a:lnTo>
                <a:lnTo>
                  <a:pt x="1163374" y="1057613"/>
                </a:lnTo>
                <a:lnTo>
                  <a:pt x="0" y="10576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543945" y="4250047"/>
            <a:ext cx="1272717" cy="4381255"/>
          </a:xfrm>
          <a:custGeom>
            <a:avLst/>
            <a:gdLst/>
            <a:ahLst/>
            <a:cxnLst/>
            <a:rect l="l" t="t" r="r" b="b"/>
            <a:pathLst>
              <a:path w="1272717" h="4381255">
                <a:moveTo>
                  <a:pt x="0" y="0"/>
                </a:moveTo>
                <a:lnTo>
                  <a:pt x="1272717" y="0"/>
                </a:lnTo>
                <a:lnTo>
                  <a:pt x="1272717" y="4381255"/>
                </a:lnTo>
                <a:lnTo>
                  <a:pt x="0" y="43812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b="-45245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677696" y="311108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40516" y="6354612"/>
            <a:ext cx="1458478" cy="2265997"/>
          </a:xfrm>
          <a:custGeom>
            <a:avLst/>
            <a:gdLst/>
            <a:ahLst/>
            <a:cxnLst/>
            <a:rect l="l" t="t" r="r" b="b"/>
            <a:pathLst>
              <a:path w="1458478" h="2265997">
                <a:moveTo>
                  <a:pt x="0" y="0"/>
                </a:moveTo>
                <a:lnTo>
                  <a:pt x="1458478" y="0"/>
                </a:lnTo>
                <a:lnTo>
                  <a:pt x="1458478" y="2265997"/>
                </a:lnTo>
                <a:lnTo>
                  <a:pt x="0" y="22659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59327" y="5019227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00005" y="6354612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145274" y="5198001"/>
            <a:ext cx="2892485" cy="576055"/>
            <a:chOff x="0" y="0"/>
            <a:chExt cx="677784" cy="1349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a. a university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507921" y="3708700"/>
            <a:ext cx="5272157" cy="59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9"/>
              </a:lnSpc>
              <a:spcBef>
                <a:spcPct val="0"/>
              </a:spcBef>
            </a:pPr>
            <a:r>
              <a:rPr lang="en-US" sz="385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who correct?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Multiple choice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0241" y="5198001"/>
            <a:ext cx="2892485" cy="576055"/>
            <a:chOff x="0" y="0"/>
            <a:chExt cx="677784" cy="1349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b. an car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50241" y="5983195"/>
            <a:ext cx="2892485" cy="576055"/>
            <a:chOff x="0" y="0"/>
            <a:chExt cx="677784" cy="1349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d. an cat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56009" y="5296999"/>
            <a:ext cx="1163374" cy="1057612"/>
          </a:xfrm>
          <a:custGeom>
            <a:avLst/>
            <a:gdLst/>
            <a:ahLst/>
            <a:cxnLst/>
            <a:rect l="l" t="t" r="r" b="b"/>
            <a:pathLst>
              <a:path w="1163374" h="1057612">
                <a:moveTo>
                  <a:pt x="0" y="0"/>
                </a:moveTo>
                <a:lnTo>
                  <a:pt x="1163374" y="0"/>
                </a:lnTo>
                <a:lnTo>
                  <a:pt x="1163374" y="1057613"/>
                </a:lnTo>
                <a:lnTo>
                  <a:pt x="0" y="10576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543945" y="4250047"/>
            <a:ext cx="1272717" cy="4381255"/>
          </a:xfrm>
          <a:custGeom>
            <a:avLst/>
            <a:gdLst/>
            <a:ahLst/>
            <a:cxnLst/>
            <a:rect l="l" t="t" r="r" b="b"/>
            <a:pathLst>
              <a:path w="1272717" h="4381255">
                <a:moveTo>
                  <a:pt x="0" y="0"/>
                </a:moveTo>
                <a:lnTo>
                  <a:pt x="1272717" y="0"/>
                </a:lnTo>
                <a:lnTo>
                  <a:pt x="1272717" y="4381255"/>
                </a:lnTo>
                <a:lnTo>
                  <a:pt x="0" y="43812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b="-45245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677696" y="311108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40516" y="6354612"/>
            <a:ext cx="1458478" cy="2265997"/>
          </a:xfrm>
          <a:custGeom>
            <a:avLst/>
            <a:gdLst/>
            <a:ahLst/>
            <a:cxnLst/>
            <a:rect l="l" t="t" r="r" b="b"/>
            <a:pathLst>
              <a:path w="1458478" h="2265997">
                <a:moveTo>
                  <a:pt x="0" y="0"/>
                </a:moveTo>
                <a:lnTo>
                  <a:pt x="1458478" y="0"/>
                </a:lnTo>
                <a:lnTo>
                  <a:pt x="1458478" y="2265997"/>
                </a:lnTo>
                <a:lnTo>
                  <a:pt x="0" y="22659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6145274" y="5983195"/>
            <a:ext cx="2892485" cy="576055"/>
            <a:chOff x="0" y="0"/>
            <a:chExt cx="677784" cy="1349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7784" cy="134985"/>
            </a:xfrm>
            <a:custGeom>
              <a:avLst/>
              <a:gdLst/>
              <a:ahLst/>
              <a:cxnLst/>
              <a:rect l="l" t="t" r="r" b="b"/>
              <a:pathLst>
                <a:path w="677784" h="134985">
                  <a:moveTo>
                    <a:pt x="0" y="0"/>
                  </a:moveTo>
                  <a:lnTo>
                    <a:pt x="677784" y="0"/>
                  </a:lnTo>
                  <a:lnTo>
                    <a:pt x="677784" y="134985"/>
                  </a:lnTo>
                  <a:lnTo>
                    <a:pt x="0" y="134985"/>
                  </a:lnTo>
                  <a:close/>
                </a:path>
              </a:pathLst>
            </a:custGeom>
            <a:ln w="38100" cap="sq">
              <a:solidFill>
                <a:srgbClr val="0FFF5E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77784" cy="144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3"/>
                </a:lnSpc>
              </a:pPr>
              <a:r>
                <a:rPr lang="en-US" sz="1799" spc="-35">
                  <a:solidFill>
                    <a:srgbClr val="0FFF5E"/>
                  </a:solidFill>
                  <a:latin typeface="Retropix"/>
                  <a:ea typeface="Retropix"/>
                  <a:cs typeface="Retropix"/>
                  <a:sym typeface="Retropix"/>
                </a:rPr>
                <a:t>c. an apple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1637" y="4136364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54052" y="4898589"/>
            <a:ext cx="6579897" cy="1007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5"/>
              </a:lnSpc>
              <a:spcBef>
                <a:spcPct val="0"/>
              </a:spcBef>
            </a:pPr>
            <a:r>
              <a:rPr lang="en-US" sz="6510" spc="242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___</a:t>
            </a:r>
          </a:p>
        </p:txBody>
      </p:sp>
      <p:sp>
        <p:nvSpPr>
          <p:cNvPr id="8" name="Freeform 8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Complete the word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61302" y="4381144"/>
            <a:ext cx="2765395" cy="30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2"/>
              </a:lnSpc>
              <a:spcBef>
                <a:spcPct val="0"/>
              </a:spcBef>
            </a:pPr>
            <a:r>
              <a:rPr lang="en-US" sz="2021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Hint: hiç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290037" y="5134708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307621" y="3876909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9" y="0"/>
                </a:lnTo>
                <a:lnTo>
                  <a:pt x="1257799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9329" y="6415097"/>
            <a:ext cx="1458478" cy="2265997"/>
          </a:xfrm>
          <a:custGeom>
            <a:avLst/>
            <a:gdLst/>
            <a:ahLst/>
            <a:cxnLst/>
            <a:rect l="l" t="t" r="r" b="b"/>
            <a:pathLst>
              <a:path w="1458478" h="2265997">
                <a:moveTo>
                  <a:pt x="0" y="0"/>
                </a:moveTo>
                <a:lnTo>
                  <a:pt x="1458478" y="0"/>
                </a:lnTo>
                <a:lnTo>
                  <a:pt x="1458478" y="2265997"/>
                </a:lnTo>
                <a:lnTo>
                  <a:pt x="0" y="22659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007020" y="4136364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007020" y="2997398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140741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b="-164406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9608" y="5852278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50220" y="2738904"/>
            <a:ext cx="8787559" cy="4809192"/>
          </a:xfrm>
          <a:custGeom>
            <a:avLst/>
            <a:gdLst/>
            <a:ahLst/>
            <a:cxnLst/>
            <a:rect l="l" t="t" r="r" b="b"/>
            <a:pathLst>
              <a:path w="8787559" h="4809192">
                <a:moveTo>
                  <a:pt x="0" y="0"/>
                </a:moveTo>
                <a:lnTo>
                  <a:pt x="8787560" y="0"/>
                </a:lnTo>
                <a:lnTo>
                  <a:pt x="8787560" y="4809192"/>
                </a:lnTo>
                <a:lnTo>
                  <a:pt x="0" y="480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54052" y="4898589"/>
            <a:ext cx="6579897" cy="1007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5"/>
              </a:lnSpc>
              <a:spcBef>
                <a:spcPct val="0"/>
              </a:spcBef>
            </a:pPr>
            <a:r>
              <a:rPr lang="en-US" sz="6510" spc="242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ANY</a:t>
            </a:r>
          </a:p>
        </p:txBody>
      </p:sp>
      <p:sp>
        <p:nvSpPr>
          <p:cNvPr id="7" name="Freeform 7"/>
          <p:cNvSpPr/>
          <p:nvPr/>
        </p:nvSpPr>
        <p:spPr>
          <a:xfrm>
            <a:off x="14364469" y="5437341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59525" y="1499117"/>
            <a:ext cx="3468274" cy="750408"/>
          </a:xfrm>
          <a:custGeom>
            <a:avLst/>
            <a:gdLst/>
            <a:ahLst/>
            <a:cxnLst/>
            <a:rect l="l" t="t" r="r" b="b"/>
            <a:pathLst>
              <a:path w="3468274" h="750408">
                <a:moveTo>
                  <a:pt x="0" y="0"/>
                </a:moveTo>
                <a:lnTo>
                  <a:pt x="3468274" y="0"/>
                </a:lnTo>
                <a:lnTo>
                  <a:pt x="3468274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47180" y="1722829"/>
            <a:ext cx="2892963" cy="30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Complete the word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61302" y="4381144"/>
            <a:ext cx="2765395" cy="30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2"/>
              </a:lnSpc>
              <a:spcBef>
                <a:spcPct val="0"/>
              </a:spcBef>
            </a:pPr>
            <a:r>
              <a:rPr lang="en-US" sz="2021">
                <a:solidFill>
                  <a:srgbClr val="0FFF5E"/>
                </a:solidFill>
                <a:latin typeface="Retropix"/>
                <a:ea typeface="Retropix"/>
                <a:cs typeface="Retropix"/>
                <a:sym typeface="Retropix"/>
              </a:rPr>
              <a:t>Answer: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986583" y="4250047"/>
            <a:ext cx="1272717" cy="4381255"/>
          </a:xfrm>
          <a:custGeom>
            <a:avLst/>
            <a:gdLst/>
            <a:ahLst/>
            <a:cxnLst/>
            <a:rect l="l" t="t" r="r" b="b"/>
            <a:pathLst>
              <a:path w="1272717" h="4381255">
                <a:moveTo>
                  <a:pt x="0" y="0"/>
                </a:moveTo>
                <a:lnTo>
                  <a:pt x="1272717" y="0"/>
                </a:lnTo>
                <a:lnTo>
                  <a:pt x="1272717" y="4381255"/>
                </a:lnTo>
                <a:lnTo>
                  <a:pt x="0" y="4381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4524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364469" y="651607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59" y="0"/>
                </a:lnTo>
                <a:lnTo>
                  <a:pt x="1118559" y="2115225"/>
                </a:lnTo>
                <a:lnTo>
                  <a:pt x="0" y="211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16440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20334" y="3082788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44252" y="7548096"/>
            <a:ext cx="1163374" cy="1057612"/>
          </a:xfrm>
          <a:custGeom>
            <a:avLst/>
            <a:gdLst/>
            <a:ahLst/>
            <a:cxnLst/>
            <a:rect l="l" t="t" r="r" b="b"/>
            <a:pathLst>
              <a:path w="1163374" h="1057612">
                <a:moveTo>
                  <a:pt x="0" y="0"/>
                </a:moveTo>
                <a:lnTo>
                  <a:pt x="1163373" y="0"/>
                </a:lnTo>
                <a:lnTo>
                  <a:pt x="1163373" y="1057612"/>
                </a:lnTo>
                <a:lnTo>
                  <a:pt x="0" y="10576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68659" y="5725127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959440" y="6978613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A2FF">
                <a:alpha val="100000"/>
              </a:srgbClr>
            </a:gs>
            <a:gs pos="100000">
              <a:srgbClr val="6BEFF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415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3662" y="8631302"/>
            <a:ext cx="9687595" cy="1655698"/>
          </a:xfrm>
          <a:custGeom>
            <a:avLst/>
            <a:gdLst/>
            <a:ahLst/>
            <a:cxnLst/>
            <a:rect l="l" t="t" r="r" b="b"/>
            <a:pathLst>
              <a:path w="9687595" h="1655698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88000" y="3601623"/>
            <a:ext cx="1275383" cy="1275383"/>
          </a:xfrm>
          <a:custGeom>
            <a:avLst/>
            <a:gdLst/>
            <a:ahLst/>
            <a:cxnLst/>
            <a:rect l="l" t="t" r="r" b="b"/>
            <a:pathLst>
              <a:path w="1275383" h="1275383">
                <a:moveTo>
                  <a:pt x="0" y="0"/>
                </a:moveTo>
                <a:lnTo>
                  <a:pt x="1275383" y="0"/>
                </a:lnTo>
                <a:lnTo>
                  <a:pt x="1275383" y="1275383"/>
                </a:lnTo>
                <a:lnTo>
                  <a:pt x="0" y="1275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96241" y="5456014"/>
            <a:ext cx="1272717" cy="3170844"/>
          </a:xfrm>
          <a:custGeom>
            <a:avLst/>
            <a:gdLst/>
            <a:ahLst/>
            <a:cxnLst/>
            <a:rect l="l" t="t" r="r" b="b"/>
            <a:pathLst>
              <a:path w="1272717" h="3170844">
                <a:moveTo>
                  <a:pt x="0" y="0"/>
                </a:moveTo>
                <a:lnTo>
                  <a:pt x="1272717" y="0"/>
                </a:lnTo>
                <a:lnTo>
                  <a:pt x="1272717" y="3170844"/>
                </a:lnTo>
                <a:lnTo>
                  <a:pt x="0" y="317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0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37459" y="7579939"/>
            <a:ext cx="1163374" cy="1057612"/>
          </a:xfrm>
          <a:custGeom>
            <a:avLst/>
            <a:gdLst/>
            <a:ahLst/>
            <a:cxnLst/>
            <a:rect l="l" t="t" r="r" b="b"/>
            <a:pathLst>
              <a:path w="1163374" h="1057612">
                <a:moveTo>
                  <a:pt x="0" y="0"/>
                </a:moveTo>
                <a:lnTo>
                  <a:pt x="1163374" y="0"/>
                </a:lnTo>
                <a:lnTo>
                  <a:pt x="1163374" y="1057612"/>
                </a:lnTo>
                <a:lnTo>
                  <a:pt x="0" y="1057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88000" y="2343824"/>
            <a:ext cx="1257799" cy="1257799"/>
          </a:xfrm>
          <a:custGeom>
            <a:avLst/>
            <a:gdLst/>
            <a:ahLst/>
            <a:cxnLst/>
            <a:rect l="l" t="t" r="r" b="b"/>
            <a:pathLst>
              <a:path w="1257799" h="1257799">
                <a:moveTo>
                  <a:pt x="0" y="0"/>
                </a:moveTo>
                <a:lnTo>
                  <a:pt x="1257799" y="0"/>
                </a:lnTo>
                <a:lnTo>
                  <a:pt x="1257799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7058" y="6288134"/>
            <a:ext cx="1505288" cy="2338724"/>
          </a:xfrm>
          <a:custGeom>
            <a:avLst/>
            <a:gdLst/>
            <a:ahLst/>
            <a:cxnLst/>
            <a:rect l="l" t="t" r="r" b="b"/>
            <a:pathLst>
              <a:path w="1505288" h="2338724">
                <a:moveTo>
                  <a:pt x="0" y="0"/>
                </a:moveTo>
                <a:lnTo>
                  <a:pt x="1505288" y="0"/>
                </a:lnTo>
                <a:lnTo>
                  <a:pt x="1505288" y="2338724"/>
                </a:lnTo>
                <a:lnTo>
                  <a:pt x="0" y="23387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29992" y="4307523"/>
            <a:ext cx="1138966" cy="1138966"/>
          </a:xfrm>
          <a:custGeom>
            <a:avLst/>
            <a:gdLst/>
            <a:ahLst/>
            <a:cxnLst/>
            <a:rect l="l" t="t" r="r" b="b"/>
            <a:pathLst>
              <a:path w="1138966" h="1138966">
                <a:moveTo>
                  <a:pt x="0" y="0"/>
                </a:moveTo>
                <a:lnTo>
                  <a:pt x="1138966" y="0"/>
                </a:lnTo>
                <a:lnTo>
                  <a:pt x="1138966" y="1138966"/>
                </a:lnTo>
                <a:lnTo>
                  <a:pt x="0" y="11389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97533" y="3188300"/>
            <a:ext cx="10892934" cy="264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67"/>
              </a:lnSpc>
            </a:pPr>
            <a:r>
              <a:rPr lang="en-US" sz="967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THANKS FOR PLAYING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7099608" y="6030205"/>
            <a:ext cx="4088783" cy="884664"/>
          </a:xfrm>
          <a:custGeom>
            <a:avLst/>
            <a:gdLst/>
            <a:ahLst/>
            <a:cxnLst/>
            <a:rect l="l" t="t" r="r" b="b"/>
            <a:pathLst>
              <a:path w="4088783" h="884664">
                <a:moveTo>
                  <a:pt x="0" y="0"/>
                </a:moveTo>
                <a:lnTo>
                  <a:pt x="4088784" y="0"/>
                </a:lnTo>
                <a:lnTo>
                  <a:pt x="4088784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791024" y="6297659"/>
            <a:ext cx="2705951" cy="35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2425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END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45844" y="6522327"/>
            <a:ext cx="1118559" cy="2115225"/>
          </a:xfrm>
          <a:custGeom>
            <a:avLst/>
            <a:gdLst/>
            <a:ahLst/>
            <a:cxnLst/>
            <a:rect l="l" t="t" r="r" b="b"/>
            <a:pathLst>
              <a:path w="1118559" h="2115225">
                <a:moveTo>
                  <a:pt x="0" y="0"/>
                </a:moveTo>
                <a:lnTo>
                  <a:pt x="1118560" y="0"/>
                </a:lnTo>
                <a:lnTo>
                  <a:pt x="1118560" y="2115224"/>
                </a:lnTo>
                <a:lnTo>
                  <a:pt x="0" y="211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64406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Özel</PresentationFormat>
  <Paragraphs>33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Retropix</vt:lpstr>
      <vt:lpstr>Calibri</vt:lpstr>
      <vt:lpstr>Arial</vt:lpstr>
      <vt:lpstr>Arcade Gamer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SORULAR</dc:title>
  <cp:lastModifiedBy>Yunus Emin Kalaycı</cp:lastModifiedBy>
  <cp:revision>2</cp:revision>
  <dcterms:created xsi:type="dcterms:W3CDTF">2006-08-16T00:00:00Z</dcterms:created>
  <dcterms:modified xsi:type="dcterms:W3CDTF">2026-04-03T17:40:08Z</dcterms:modified>
  <dc:identifier>DAHF0a4H5Kk</dc:identifier>
</cp:coreProperties>
</file>