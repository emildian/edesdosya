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Arimo Bold" panose="020B0604020202020204" charset="0"/>
      <p:regular r:id="rId16"/>
    </p:embeddedFont>
    <p:embeddedFont>
      <p:font typeface="Montserrat" panose="00000500000000000000" pitchFamily="2" charset="-94"/>
      <p:regular r:id="rId17"/>
    </p:embeddedFont>
    <p:embeddedFont>
      <p:font typeface="Raleway" pitchFamily="2" charset="-94"/>
      <p:regular r:id="rId18"/>
    </p:embeddedFont>
    <p:embeddedFont>
      <p:font typeface="Raleway Bold" panose="020B0604020202020204" charset="-94"/>
      <p:regular r:id="rId19"/>
    </p:embeddedFont>
    <p:embeddedFont>
      <p:font typeface="Raleway Heavy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59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5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27839" y="378338"/>
            <a:ext cx="9624131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</a:pPr>
            <a:r>
              <a:rPr lang="en-US" sz="6999" b="1" dirty="0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A, AN, SOME, ANY</a:t>
            </a:r>
          </a:p>
        </p:txBody>
      </p:sp>
      <p:sp>
        <p:nvSpPr>
          <p:cNvPr id="3" name="AutoShape 3"/>
          <p:cNvSpPr/>
          <p:nvPr/>
        </p:nvSpPr>
        <p:spPr>
          <a:xfrm>
            <a:off x="13487400" y="1445138"/>
            <a:ext cx="0" cy="8841862"/>
          </a:xfrm>
          <a:prstGeom prst="line">
            <a:avLst/>
          </a:prstGeom>
          <a:ln w="95250" cap="flat">
            <a:solidFill>
              <a:srgbClr val="FFFFF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 rot="-2918423">
            <a:off x="-1311782" y="3289443"/>
            <a:ext cx="9024714" cy="811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ingilizce dersi yunus emin sunar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4089 L 0 0.5964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2.46914E-7 L -0.31953 0.8484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981" y="424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5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286250" y="-114300"/>
            <a:ext cx="10515600" cy="10515600"/>
          </a:xfrm>
          <a:custGeom>
            <a:avLst/>
            <a:gdLst/>
            <a:ahLst/>
            <a:cxnLst/>
            <a:rect l="l" t="t" r="r" b="b"/>
            <a:pathLst>
              <a:path w="10515600" h="10515600">
                <a:moveTo>
                  <a:pt x="0" y="0"/>
                </a:moveTo>
                <a:lnTo>
                  <a:pt x="10515600" y="0"/>
                </a:lnTo>
                <a:lnTo>
                  <a:pt x="10515600" y="10515600"/>
                </a:lnTo>
                <a:lnTo>
                  <a:pt x="0" y="10515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418783" y="533589"/>
            <a:ext cx="8359970" cy="9219821"/>
          </a:xfrm>
          <a:custGeom>
            <a:avLst/>
            <a:gdLst/>
            <a:ahLst/>
            <a:cxnLst/>
            <a:rect l="l" t="t" r="r" b="b"/>
            <a:pathLst>
              <a:path w="8359970" h="9219821">
                <a:moveTo>
                  <a:pt x="0" y="0"/>
                </a:moveTo>
                <a:lnTo>
                  <a:pt x="8359970" y="0"/>
                </a:lnTo>
                <a:lnTo>
                  <a:pt x="8359970" y="9219822"/>
                </a:lnTo>
                <a:lnTo>
                  <a:pt x="0" y="92198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142" r="-5142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207567" y="431489"/>
            <a:ext cx="10842308" cy="176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43"/>
              </a:lnSpc>
            </a:pPr>
            <a:r>
              <a:rPr lang="en-US" sz="5785" b="1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A VS AN : NEREDE KULLANILIR?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18942" y="2763545"/>
            <a:ext cx="8681145" cy="463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6"/>
              </a:lnSpc>
            </a:pPr>
            <a:r>
              <a:rPr lang="en-US" sz="303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Use "a" before consonant sounds (a book, a cat)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18942" y="3509989"/>
            <a:ext cx="8519782" cy="430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01"/>
              </a:lnSpc>
            </a:pPr>
            <a:r>
              <a:rPr lang="en-US" sz="275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Use "an" before vowel sounds (an apple, an umbrella)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18942" y="4359857"/>
            <a:ext cx="8923922" cy="476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48"/>
              </a:lnSpc>
            </a:pPr>
            <a:r>
              <a:rPr lang="en-US" sz="312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Both are used with singular countable nouns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5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1283871"/>
            <a:ext cx="18288000" cy="3233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AZ ÖNCE HİÇ BİR ŞEY ANLAMADINIZ DEĞİL Mİ?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-613034" y="5088670"/>
            <a:ext cx="18288000" cy="3233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TAMAM, BASİT BİR DİLLE ANLATAYIM: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5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9883" y="176978"/>
            <a:ext cx="12563571" cy="1598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63"/>
              </a:lnSpc>
            </a:pPr>
            <a:r>
              <a:rPr lang="en-US" sz="4545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TÜRKÇEDE SESLİ HARFLER VAR YA 8 TANE:</a:t>
            </a:r>
          </a:p>
          <a:p>
            <a:pPr algn="ctr">
              <a:lnSpc>
                <a:spcPts val="6363"/>
              </a:lnSpc>
            </a:pPr>
            <a:r>
              <a:rPr lang="en-US" sz="4545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                                            A, E, I, İ, O, Ö, U, Ü.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9883" y="2080521"/>
            <a:ext cx="9379137" cy="2440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HAH SESLİ HARF İLE BAŞLAYANLAR AN SESSİZDE A OLUYOR.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306362" y="2070996"/>
            <a:ext cx="6296987" cy="2787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75"/>
              </a:lnSpc>
            </a:pPr>
            <a:r>
              <a:rPr lang="en-US" sz="5267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YANİ KEDİYİ BİLİYOSUNUZ DİMİ CAT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787285" y="9134475"/>
            <a:ext cx="12713430" cy="890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79"/>
              </a:lnSpc>
            </a:pPr>
            <a:r>
              <a:rPr lang="en-US" sz="5056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ANLAMADIYSANIZ LAHMACUN OLAYIM.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9883" y="4816183"/>
            <a:ext cx="5292929" cy="270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41"/>
              </a:lnSpc>
            </a:pPr>
            <a:r>
              <a:rPr lang="en-US" sz="51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İŞTE C SESSİZ OLDUĞU İÇİN A CAT DİYOZ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61804" y="5439575"/>
            <a:ext cx="6586103" cy="3491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13"/>
              </a:lnSpc>
            </a:pPr>
            <a:r>
              <a:rPr lang="en-US" sz="3938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ELMAYIDA BİLİYONUZ ŞU STEVE JOBSUN KURDUĞU ŞİRKETTEN HEH O APPLEYEDE AN APPLE DENİLİYOR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8147" y="1284118"/>
            <a:ext cx="7035253" cy="491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4"/>
              </a:lnSpc>
            </a:pPr>
            <a:r>
              <a:rPr lang="en-US" sz="2738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(tabi ingilizcede İ yok ı yok Öö yok Üü yok)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5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7067" y="2758918"/>
            <a:ext cx="17313866" cy="3746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22"/>
              </a:lnSpc>
            </a:pPr>
            <a:r>
              <a:rPr lang="en-US" sz="7087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ne? any ve some ı da mı anlatmamı istiyorsunuz? Adamım beni çok yoruyorsunuz ama kıyağım olsun hadi.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5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87824" y="4355942"/>
            <a:ext cx="4405421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70"/>
              </a:lnSpc>
            </a:pPr>
            <a:r>
              <a:rPr lang="en-US" sz="3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Positive Sentences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87824" y="6878785"/>
            <a:ext cx="4405421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70"/>
              </a:lnSpc>
            </a:pPr>
            <a:r>
              <a:rPr lang="en-US" sz="3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Offers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30149" y="5270342"/>
            <a:ext cx="3720772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7"/>
              </a:lnSpc>
            </a:pPr>
            <a:r>
              <a:rPr lang="en-US" sz="23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 have some books on my desk.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30149" y="7793185"/>
            <a:ext cx="3720772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7"/>
              </a:lnSpc>
            </a:pPr>
            <a:r>
              <a:rPr lang="en-US" sz="23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Would you like some tea?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41289" y="4355942"/>
            <a:ext cx="4405421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70"/>
              </a:lnSpc>
            </a:pPr>
            <a:r>
              <a:rPr lang="en-US" sz="3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Requests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41289" y="6878785"/>
            <a:ext cx="4405421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70"/>
              </a:lnSpc>
            </a:pPr>
            <a:r>
              <a:rPr lang="en-US" sz="3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Uncountable Nouns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33230" y="5270342"/>
            <a:ext cx="3621540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7"/>
              </a:lnSpc>
            </a:pPr>
            <a:r>
              <a:rPr lang="en-US" sz="23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Can I have some water, please?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33230" y="7793185"/>
            <a:ext cx="3621540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7"/>
              </a:lnSpc>
            </a:pPr>
            <a:r>
              <a:rPr lang="en-US" sz="23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There is some milk in the fridge.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94755" y="4355942"/>
            <a:ext cx="4405421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70"/>
              </a:lnSpc>
            </a:pPr>
            <a:r>
              <a:rPr lang="en-US" sz="3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Plural Countables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094755" y="6878785"/>
            <a:ext cx="4405421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70"/>
              </a:lnSpc>
            </a:pPr>
            <a:r>
              <a:rPr lang="en-US" sz="3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Unspecified Quantity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517832" y="5270342"/>
            <a:ext cx="3559267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7"/>
              </a:lnSpc>
            </a:pPr>
            <a:r>
              <a:rPr lang="en-US" sz="23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She bought some apples.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517832" y="7793185"/>
            <a:ext cx="3559267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7"/>
              </a:lnSpc>
            </a:pPr>
            <a:r>
              <a:rPr lang="en-US" sz="23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 need some help with this.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93172" y="1750865"/>
            <a:ext cx="7301656" cy="210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262"/>
              </a:lnSpc>
            </a:pPr>
            <a:r>
              <a:rPr lang="en-US" sz="6885" b="1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WHEN USE "SOME"</a:t>
            </a:r>
          </a:p>
        </p:txBody>
      </p:sp>
      <p:sp>
        <p:nvSpPr>
          <p:cNvPr id="15" name="AutoShape 15"/>
          <p:cNvSpPr/>
          <p:nvPr/>
        </p:nvSpPr>
        <p:spPr>
          <a:xfrm rot="-10800000">
            <a:off x="-611610" y="2250927"/>
            <a:ext cx="6001300" cy="0"/>
          </a:xfrm>
          <a:prstGeom prst="line">
            <a:avLst/>
          </a:prstGeom>
          <a:ln w="47625" cap="rnd">
            <a:solidFill>
              <a:srgbClr val="FFFFFF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 rot="-10800000">
            <a:off x="12898310" y="2250927"/>
            <a:ext cx="6169615" cy="0"/>
          </a:xfrm>
          <a:prstGeom prst="line">
            <a:avLst/>
          </a:prstGeom>
          <a:ln w="47625" cap="rnd">
            <a:solidFill>
              <a:srgbClr val="FFFFFF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 rot="5400000">
            <a:off x="10996833" y="5175092"/>
            <a:ext cx="14478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 rot="5400000">
            <a:off x="10996833" y="7697935"/>
            <a:ext cx="14478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 rot="5400000">
            <a:off x="5848173" y="5175092"/>
            <a:ext cx="14478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 rot="5400000">
            <a:off x="5848173" y="7697935"/>
            <a:ext cx="14478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5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87824" y="4346417"/>
            <a:ext cx="440542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07"/>
              </a:lnSpc>
            </a:pPr>
            <a:r>
              <a:rPr lang="en-US" sz="333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Negative Sentences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87824" y="6869260"/>
            <a:ext cx="440542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07"/>
              </a:lnSpc>
            </a:pPr>
            <a:r>
              <a:rPr lang="en-US" sz="333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Plural Countables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30149" y="5270342"/>
            <a:ext cx="3720772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7"/>
              </a:lnSpc>
            </a:pPr>
            <a:r>
              <a:rPr lang="en-US" sz="23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 don't have any money. There isn't any milk left.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30149" y="7793185"/>
            <a:ext cx="3720772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7"/>
              </a:lnSpc>
            </a:pPr>
            <a:r>
              <a:rPr lang="en-US" sz="23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Are there any books? I don't see any students.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41289" y="4346417"/>
            <a:ext cx="440542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07"/>
              </a:lnSpc>
            </a:pPr>
            <a:r>
              <a:rPr lang="en-US" sz="333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Questions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41289" y="6869260"/>
            <a:ext cx="440542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07"/>
              </a:lnSpc>
            </a:pPr>
            <a:r>
              <a:rPr lang="en-US" sz="333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"It Doesn't Matter"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33230" y="5270342"/>
            <a:ext cx="3621540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7"/>
              </a:lnSpc>
            </a:pPr>
            <a:r>
              <a:rPr lang="en-US" sz="23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Do you have any questions? Is there any coffee?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33230" y="7793185"/>
            <a:ext cx="3621540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7"/>
              </a:lnSpc>
            </a:pPr>
            <a:r>
              <a:rPr lang="en-US" sz="23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Any color is fine. Take any seat you like.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94755" y="4346417"/>
            <a:ext cx="440542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07"/>
              </a:lnSpc>
            </a:pPr>
            <a:r>
              <a:rPr lang="en-US" sz="333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Uncountable Nouns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094755" y="6869260"/>
            <a:ext cx="440542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07"/>
              </a:lnSpc>
            </a:pPr>
            <a:r>
              <a:rPr lang="en-US" sz="333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Conditional Sentences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517832" y="5270342"/>
            <a:ext cx="3559267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7"/>
              </a:lnSpc>
            </a:pPr>
            <a:r>
              <a:rPr lang="en-US" sz="23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 don't need any help. Do you want any water?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517832" y="7793185"/>
            <a:ext cx="3559267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7"/>
              </a:lnSpc>
            </a:pPr>
            <a:r>
              <a:rPr lang="en-US" sz="23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If you have any problems, call me.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93172" y="1750865"/>
            <a:ext cx="7301656" cy="210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262"/>
              </a:lnSpc>
            </a:pPr>
            <a:r>
              <a:rPr lang="en-US" sz="6885" b="1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WHEN TO USE "ANY"</a:t>
            </a:r>
          </a:p>
        </p:txBody>
      </p:sp>
      <p:sp>
        <p:nvSpPr>
          <p:cNvPr id="15" name="AutoShape 15"/>
          <p:cNvSpPr/>
          <p:nvPr/>
        </p:nvSpPr>
        <p:spPr>
          <a:xfrm rot="-10800000">
            <a:off x="-611610" y="2250927"/>
            <a:ext cx="6001300" cy="0"/>
          </a:xfrm>
          <a:prstGeom prst="line">
            <a:avLst/>
          </a:prstGeom>
          <a:ln w="47625" cap="rnd">
            <a:solidFill>
              <a:srgbClr val="FFFFFF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 rot="-10800000">
            <a:off x="12898310" y="2250927"/>
            <a:ext cx="6169615" cy="0"/>
          </a:xfrm>
          <a:prstGeom prst="line">
            <a:avLst/>
          </a:prstGeom>
          <a:ln w="47625" cap="rnd">
            <a:solidFill>
              <a:srgbClr val="FFFFFF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 rot="5400000">
            <a:off x="10996833" y="5175092"/>
            <a:ext cx="14478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 rot="5400000">
            <a:off x="10996833" y="7697935"/>
            <a:ext cx="14478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 rot="5400000">
            <a:off x="5848173" y="5175092"/>
            <a:ext cx="14478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 rot="5400000">
            <a:off x="5848173" y="7697935"/>
            <a:ext cx="14478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5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547" y="3342709"/>
            <a:ext cx="7280522" cy="3949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5"/>
              </a:lnSpc>
            </a:pPr>
            <a:r>
              <a:rPr lang="en-US" sz="5575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NE? YİNE Mİ? DOSTUM AÇIM TAMAM MI BUNLARI SİZE ANLATA-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4996160" y="3131820"/>
            <a:ext cx="111442" cy="108585"/>
            <a:chOff x="0" y="0"/>
            <a:chExt cx="148590" cy="144780"/>
          </a:xfrm>
        </p:grpSpPr>
        <p:sp>
          <p:nvSpPr>
            <p:cNvPr id="4" name="Freeform 4"/>
            <p:cNvSpPr/>
            <p:nvPr/>
          </p:nvSpPr>
          <p:spPr>
            <a:xfrm>
              <a:off x="49280" y="48830"/>
              <a:ext cx="47240" cy="41009"/>
            </a:xfrm>
            <a:custGeom>
              <a:avLst/>
              <a:gdLst/>
              <a:ahLst/>
              <a:cxnLst/>
              <a:rect l="l" t="t" r="r" b="b"/>
              <a:pathLst>
                <a:path w="47240" h="41009">
                  <a:moveTo>
                    <a:pt x="47240" y="14670"/>
                  </a:moveTo>
                  <a:cubicBezTo>
                    <a:pt x="25650" y="48960"/>
                    <a:pt x="6600" y="42610"/>
                    <a:pt x="1520" y="34990"/>
                  </a:cubicBezTo>
                  <a:cubicBezTo>
                    <a:pt x="-2290" y="27370"/>
                    <a:pt x="1520" y="7050"/>
                    <a:pt x="7870" y="1970"/>
                  </a:cubicBezTo>
                  <a:cubicBezTo>
                    <a:pt x="14220" y="-3110"/>
                    <a:pt x="40890" y="3240"/>
                    <a:pt x="40890" y="324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1452860" y="1263015"/>
            <a:ext cx="111442" cy="108585"/>
            <a:chOff x="0" y="0"/>
            <a:chExt cx="148590" cy="144780"/>
          </a:xfrm>
        </p:grpSpPr>
        <p:sp>
          <p:nvSpPr>
            <p:cNvPr id="6" name="Freeform 6"/>
            <p:cNvSpPr/>
            <p:nvPr/>
          </p:nvSpPr>
          <p:spPr>
            <a:xfrm>
              <a:off x="48487" y="48830"/>
              <a:ext cx="48033" cy="40010"/>
            </a:xfrm>
            <a:custGeom>
              <a:avLst/>
              <a:gdLst/>
              <a:ahLst/>
              <a:cxnLst/>
              <a:rect l="l" t="t" r="r" b="b"/>
              <a:pathLst>
                <a:path w="48033" h="40010">
                  <a:moveTo>
                    <a:pt x="48033" y="13400"/>
                  </a:moveTo>
                  <a:cubicBezTo>
                    <a:pt x="26443" y="47690"/>
                    <a:pt x="6123" y="41340"/>
                    <a:pt x="2313" y="34990"/>
                  </a:cubicBezTo>
                  <a:cubicBezTo>
                    <a:pt x="-2767" y="27370"/>
                    <a:pt x="1043" y="7050"/>
                    <a:pt x="8663" y="1970"/>
                  </a:cubicBezTo>
                  <a:cubicBezTo>
                    <a:pt x="15013" y="-3110"/>
                    <a:pt x="41683" y="3240"/>
                    <a:pt x="41683" y="324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2962572" y="1412558"/>
            <a:ext cx="111442" cy="108585"/>
            <a:chOff x="0" y="0"/>
            <a:chExt cx="148590" cy="144780"/>
          </a:xfrm>
        </p:grpSpPr>
        <p:sp>
          <p:nvSpPr>
            <p:cNvPr id="8" name="Freeform 8"/>
            <p:cNvSpPr/>
            <p:nvPr/>
          </p:nvSpPr>
          <p:spPr>
            <a:xfrm>
              <a:off x="49280" y="48830"/>
              <a:ext cx="47240" cy="40010"/>
            </a:xfrm>
            <a:custGeom>
              <a:avLst/>
              <a:gdLst/>
              <a:ahLst/>
              <a:cxnLst/>
              <a:rect l="l" t="t" r="r" b="b"/>
              <a:pathLst>
                <a:path w="47240" h="40010">
                  <a:moveTo>
                    <a:pt x="47240" y="13400"/>
                  </a:moveTo>
                  <a:cubicBezTo>
                    <a:pt x="26920" y="47690"/>
                    <a:pt x="6600" y="41340"/>
                    <a:pt x="1520" y="34990"/>
                  </a:cubicBezTo>
                  <a:cubicBezTo>
                    <a:pt x="-2290" y="27370"/>
                    <a:pt x="1520" y="7050"/>
                    <a:pt x="7870" y="1970"/>
                  </a:cubicBezTo>
                  <a:cubicBezTo>
                    <a:pt x="14220" y="-3110"/>
                    <a:pt x="42160" y="3240"/>
                    <a:pt x="42160" y="324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6077248" y="2702242"/>
            <a:ext cx="218122" cy="218122"/>
            <a:chOff x="0" y="0"/>
            <a:chExt cx="290830" cy="290830"/>
          </a:xfrm>
        </p:grpSpPr>
        <p:sp>
          <p:nvSpPr>
            <p:cNvPr id="10" name="Freeform 10"/>
            <p:cNvSpPr/>
            <p:nvPr/>
          </p:nvSpPr>
          <p:spPr>
            <a:xfrm>
              <a:off x="50800" y="49530"/>
              <a:ext cx="186690" cy="190746"/>
            </a:xfrm>
            <a:custGeom>
              <a:avLst/>
              <a:gdLst/>
              <a:ahLst/>
              <a:cxnLst/>
              <a:rect l="l" t="t" r="r" b="b"/>
              <a:pathLst>
                <a:path w="186690" h="190746">
                  <a:moveTo>
                    <a:pt x="186690" y="67310"/>
                  </a:moveTo>
                  <a:cubicBezTo>
                    <a:pt x="186690" y="127000"/>
                    <a:pt x="180340" y="142240"/>
                    <a:pt x="170180" y="153670"/>
                  </a:cubicBezTo>
                  <a:cubicBezTo>
                    <a:pt x="161290" y="166370"/>
                    <a:pt x="148590" y="176530"/>
                    <a:pt x="134620" y="182880"/>
                  </a:cubicBezTo>
                  <a:cubicBezTo>
                    <a:pt x="120650" y="187960"/>
                    <a:pt x="104140" y="191770"/>
                    <a:pt x="90170" y="190500"/>
                  </a:cubicBezTo>
                  <a:cubicBezTo>
                    <a:pt x="74930" y="189230"/>
                    <a:pt x="58420" y="184150"/>
                    <a:pt x="45720" y="176530"/>
                  </a:cubicBezTo>
                  <a:cubicBezTo>
                    <a:pt x="34290" y="168910"/>
                    <a:pt x="21590" y="157480"/>
                    <a:pt x="13970" y="144780"/>
                  </a:cubicBezTo>
                  <a:cubicBezTo>
                    <a:pt x="6350" y="132080"/>
                    <a:pt x="1270" y="115570"/>
                    <a:pt x="0" y="101600"/>
                  </a:cubicBezTo>
                  <a:cubicBezTo>
                    <a:pt x="0" y="86360"/>
                    <a:pt x="2540" y="69850"/>
                    <a:pt x="8890" y="55880"/>
                  </a:cubicBezTo>
                  <a:cubicBezTo>
                    <a:pt x="15240" y="43180"/>
                    <a:pt x="25400" y="29210"/>
                    <a:pt x="36830" y="20320"/>
                  </a:cubicBezTo>
                  <a:cubicBezTo>
                    <a:pt x="48260" y="11430"/>
                    <a:pt x="63500" y="3810"/>
                    <a:pt x="78740" y="1270"/>
                  </a:cubicBezTo>
                  <a:cubicBezTo>
                    <a:pt x="92710" y="-1270"/>
                    <a:pt x="110490" y="0"/>
                    <a:pt x="124460" y="5080"/>
                  </a:cubicBezTo>
                  <a:cubicBezTo>
                    <a:pt x="138430" y="8890"/>
                    <a:pt x="162560" y="27940"/>
                    <a:pt x="162560" y="2794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4277975" y="841057"/>
            <a:ext cx="2923222" cy="2308860"/>
            <a:chOff x="0" y="0"/>
            <a:chExt cx="3897630" cy="3078480"/>
          </a:xfrm>
        </p:grpSpPr>
        <p:sp>
          <p:nvSpPr>
            <p:cNvPr id="12" name="Freeform 12"/>
            <p:cNvSpPr/>
            <p:nvPr/>
          </p:nvSpPr>
          <p:spPr>
            <a:xfrm>
              <a:off x="50800" y="44638"/>
              <a:ext cx="3797029" cy="2985314"/>
            </a:xfrm>
            <a:custGeom>
              <a:avLst/>
              <a:gdLst/>
              <a:ahLst/>
              <a:cxnLst/>
              <a:rect l="l" t="t" r="r" b="b"/>
              <a:pathLst>
                <a:path w="3797029" h="2985314">
                  <a:moveTo>
                    <a:pt x="2494280" y="2669352"/>
                  </a:moveTo>
                  <a:cubicBezTo>
                    <a:pt x="1350010" y="2661732"/>
                    <a:pt x="1285240" y="2660462"/>
                    <a:pt x="1212850" y="2650302"/>
                  </a:cubicBezTo>
                  <a:cubicBezTo>
                    <a:pt x="1155700" y="2642682"/>
                    <a:pt x="1112520" y="2638872"/>
                    <a:pt x="1060450" y="2617282"/>
                  </a:cubicBezTo>
                  <a:cubicBezTo>
                    <a:pt x="995680" y="2588072"/>
                    <a:pt x="915670" y="2528382"/>
                    <a:pt x="855980" y="2477582"/>
                  </a:cubicBezTo>
                  <a:cubicBezTo>
                    <a:pt x="802640" y="2430592"/>
                    <a:pt x="774700" y="2397572"/>
                    <a:pt x="716280" y="2323912"/>
                  </a:cubicBezTo>
                  <a:cubicBezTo>
                    <a:pt x="591820" y="2165162"/>
                    <a:pt x="279400" y="1678752"/>
                    <a:pt x="187960" y="1535242"/>
                  </a:cubicBezTo>
                  <a:cubicBezTo>
                    <a:pt x="153670" y="1481902"/>
                    <a:pt x="140970" y="1465392"/>
                    <a:pt x="121920" y="1424752"/>
                  </a:cubicBezTo>
                  <a:cubicBezTo>
                    <a:pt x="97790" y="1377762"/>
                    <a:pt x="78740" y="1328232"/>
                    <a:pt x="60960" y="1266002"/>
                  </a:cubicBezTo>
                  <a:cubicBezTo>
                    <a:pt x="35560" y="1178372"/>
                    <a:pt x="0" y="1041212"/>
                    <a:pt x="0" y="948502"/>
                  </a:cubicBezTo>
                  <a:cubicBezTo>
                    <a:pt x="0" y="874842"/>
                    <a:pt x="12700" y="803722"/>
                    <a:pt x="39370" y="752922"/>
                  </a:cubicBezTo>
                  <a:cubicBezTo>
                    <a:pt x="59690" y="709742"/>
                    <a:pt x="95250" y="683072"/>
                    <a:pt x="127000" y="652592"/>
                  </a:cubicBezTo>
                  <a:cubicBezTo>
                    <a:pt x="160020" y="622112"/>
                    <a:pt x="185420" y="601792"/>
                    <a:pt x="233680" y="571312"/>
                  </a:cubicBezTo>
                  <a:cubicBezTo>
                    <a:pt x="321310" y="514162"/>
                    <a:pt x="488950" y="426532"/>
                    <a:pt x="618490" y="360492"/>
                  </a:cubicBezTo>
                  <a:cubicBezTo>
                    <a:pt x="744220" y="296992"/>
                    <a:pt x="863600" y="233492"/>
                    <a:pt x="999490" y="181422"/>
                  </a:cubicBezTo>
                  <a:cubicBezTo>
                    <a:pt x="1145540" y="126812"/>
                    <a:pt x="1363980" y="72202"/>
                    <a:pt x="1469390" y="46802"/>
                  </a:cubicBezTo>
                  <a:cubicBezTo>
                    <a:pt x="1524000" y="32832"/>
                    <a:pt x="1543050" y="27752"/>
                    <a:pt x="1592580" y="22672"/>
                  </a:cubicBezTo>
                  <a:cubicBezTo>
                    <a:pt x="1663700" y="12512"/>
                    <a:pt x="1744980" y="9972"/>
                    <a:pt x="1856740" y="6162"/>
                  </a:cubicBezTo>
                  <a:cubicBezTo>
                    <a:pt x="2045970" y="1082"/>
                    <a:pt x="2467610" y="-5268"/>
                    <a:pt x="2626360" y="7432"/>
                  </a:cubicBezTo>
                  <a:cubicBezTo>
                    <a:pt x="2697480" y="12512"/>
                    <a:pt x="2726690" y="21402"/>
                    <a:pt x="2781300" y="30292"/>
                  </a:cubicBezTo>
                  <a:cubicBezTo>
                    <a:pt x="2840990" y="41722"/>
                    <a:pt x="2889250" y="48072"/>
                    <a:pt x="2967990" y="67122"/>
                  </a:cubicBezTo>
                  <a:cubicBezTo>
                    <a:pt x="3107690" y="98872"/>
                    <a:pt x="3425190" y="169992"/>
                    <a:pt x="3543300" y="220792"/>
                  </a:cubicBezTo>
                  <a:cubicBezTo>
                    <a:pt x="3600450" y="246192"/>
                    <a:pt x="3637280" y="265242"/>
                    <a:pt x="3663950" y="296992"/>
                  </a:cubicBezTo>
                  <a:cubicBezTo>
                    <a:pt x="3685540" y="323662"/>
                    <a:pt x="3690620" y="356682"/>
                    <a:pt x="3700780" y="392242"/>
                  </a:cubicBezTo>
                  <a:cubicBezTo>
                    <a:pt x="3712210" y="435422"/>
                    <a:pt x="3717290" y="474792"/>
                    <a:pt x="3722370" y="537022"/>
                  </a:cubicBezTo>
                  <a:cubicBezTo>
                    <a:pt x="3733800" y="652592"/>
                    <a:pt x="3728720" y="878652"/>
                    <a:pt x="3742690" y="1032322"/>
                  </a:cubicBezTo>
                  <a:cubicBezTo>
                    <a:pt x="3755390" y="1164402"/>
                    <a:pt x="3790950" y="1266002"/>
                    <a:pt x="3796030" y="1401892"/>
                  </a:cubicBezTo>
                  <a:cubicBezTo>
                    <a:pt x="3802380" y="1566992"/>
                    <a:pt x="3776980" y="1812102"/>
                    <a:pt x="3761740" y="1949262"/>
                  </a:cubicBezTo>
                  <a:cubicBezTo>
                    <a:pt x="3752850" y="2034352"/>
                    <a:pt x="3754120" y="2074992"/>
                    <a:pt x="3729990" y="2155002"/>
                  </a:cubicBezTo>
                  <a:cubicBezTo>
                    <a:pt x="3694430" y="2278192"/>
                    <a:pt x="3578860" y="2513142"/>
                    <a:pt x="3529330" y="2612202"/>
                  </a:cubicBezTo>
                  <a:cubicBezTo>
                    <a:pt x="3503930" y="2660462"/>
                    <a:pt x="3493770" y="2684592"/>
                    <a:pt x="3467100" y="2718882"/>
                  </a:cubicBezTo>
                  <a:cubicBezTo>
                    <a:pt x="3437890" y="2756982"/>
                    <a:pt x="3401060" y="2801432"/>
                    <a:pt x="3359150" y="2828102"/>
                  </a:cubicBezTo>
                  <a:cubicBezTo>
                    <a:pt x="3317240" y="2856042"/>
                    <a:pt x="3279140" y="2866202"/>
                    <a:pt x="3215640" y="2885252"/>
                  </a:cubicBezTo>
                  <a:cubicBezTo>
                    <a:pt x="3093720" y="2918272"/>
                    <a:pt x="2821940" y="2965262"/>
                    <a:pt x="2675890" y="2977962"/>
                  </a:cubicBezTo>
                  <a:cubicBezTo>
                    <a:pt x="2576830" y="2988122"/>
                    <a:pt x="2496820" y="2985582"/>
                    <a:pt x="2425700" y="2983042"/>
                  </a:cubicBezTo>
                  <a:cubicBezTo>
                    <a:pt x="2373630" y="2980502"/>
                    <a:pt x="2330450" y="2974152"/>
                    <a:pt x="2289810" y="2967802"/>
                  </a:cubicBezTo>
                  <a:cubicBezTo>
                    <a:pt x="2254250" y="2961452"/>
                    <a:pt x="2223770" y="2958912"/>
                    <a:pt x="2190750" y="2948752"/>
                  </a:cubicBezTo>
                  <a:cubicBezTo>
                    <a:pt x="2153920" y="2938592"/>
                    <a:pt x="2119630" y="2925892"/>
                    <a:pt x="2080260" y="2901762"/>
                  </a:cubicBezTo>
                  <a:cubicBezTo>
                    <a:pt x="2028190" y="2871282"/>
                    <a:pt x="1969770" y="2803972"/>
                    <a:pt x="1915160" y="2770952"/>
                  </a:cubicBezTo>
                  <a:cubicBezTo>
                    <a:pt x="1869440" y="2744282"/>
                    <a:pt x="1809750" y="2736662"/>
                    <a:pt x="1779270" y="2712532"/>
                  </a:cubicBezTo>
                  <a:cubicBezTo>
                    <a:pt x="1757680" y="2697292"/>
                    <a:pt x="1743710" y="2675702"/>
                    <a:pt x="1736090" y="2659192"/>
                  </a:cubicBezTo>
                  <a:cubicBezTo>
                    <a:pt x="1729740" y="2647762"/>
                    <a:pt x="1729740" y="2636332"/>
                    <a:pt x="1729740" y="2624902"/>
                  </a:cubicBezTo>
                  <a:cubicBezTo>
                    <a:pt x="1728470" y="2613472"/>
                    <a:pt x="1728470" y="2603312"/>
                    <a:pt x="1733550" y="2590612"/>
                  </a:cubicBezTo>
                  <a:cubicBezTo>
                    <a:pt x="1741170" y="2572832"/>
                    <a:pt x="1756410" y="2547432"/>
                    <a:pt x="1774190" y="2534732"/>
                  </a:cubicBezTo>
                  <a:cubicBezTo>
                    <a:pt x="1791970" y="2522032"/>
                    <a:pt x="1821180" y="2515682"/>
                    <a:pt x="1838960" y="2514412"/>
                  </a:cubicBezTo>
                  <a:cubicBezTo>
                    <a:pt x="1852930" y="2513142"/>
                    <a:pt x="1861820" y="2515682"/>
                    <a:pt x="1873250" y="2520762"/>
                  </a:cubicBezTo>
                  <a:cubicBezTo>
                    <a:pt x="1891030" y="2528382"/>
                    <a:pt x="1916430" y="2548702"/>
                    <a:pt x="1927860" y="2563942"/>
                  </a:cubicBezTo>
                  <a:cubicBezTo>
                    <a:pt x="1935480" y="2574102"/>
                    <a:pt x="1939290" y="2582992"/>
                    <a:pt x="1941830" y="2595692"/>
                  </a:cubicBezTo>
                  <a:cubicBezTo>
                    <a:pt x="1944370" y="2613472"/>
                    <a:pt x="1941830" y="2646492"/>
                    <a:pt x="1935480" y="2664272"/>
                  </a:cubicBezTo>
                  <a:cubicBezTo>
                    <a:pt x="1931670" y="2676972"/>
                    <a:pt x="1925320" y="2684592"/>
                    <a:pt x="1917700" y="2693482"/>
                  </a:cubicBezTo>
                  <a:cubicBezTo>
                    <a:pt x="1910080" y="2702372"/>
                    <a:pt x="1902460" y="2709992"/>
                    <a:pt x="1889760" y="2715072"/>
                  </a:cubicBezTo>
                  <a:cubicBezTo>
                    <a:pt x="1873250" y="2722692"/>
                    <a:pt x="1844040" y="2731582"/>
                    <a:pt x="1822450" y="2729042"/>
                  </a:cubicBezTo>
                  <a:cubicBezTo>
                    <a:pt x="1800860" y="2725232"/>
                    <a:pt x="1776730" y="2713802"/>
                    <a:pt x="1760220" y="2698562"/>
                  </a:cubicBezTo>
                  <a:cubicBezTo>
                    <a:pt x="1744980" y="2683322"/>
                    <a:pt x="1733550" y="2654112"/>
                    <a:pt x="1729740" y="2636332"/>
                  </a:cubicBezTo>
                  <a:cubicBezTo>
                    <a:pt x="1727200" y="2623632"/>
                    <a:pt x="1727200" y="2614742"/>
                    <a:pt x="1731010" y="2602042"/>
                  </a:cubicBezTo>
                  <a:cubicBezTo>
                    <a:pt x="1736090" y="2584262"/>
                    <a:pt x="1748790" y="2556322"/>
                    <a:pt x="1765300" y="2542352"/>
                  </a:cubicBezTo>
                  <a:cubicBezTo>
                    <a:pt x="1780540" y="2527112"/>
                    <a:pt x="1809750" y="2516952"/>
                    <a:pt x="1827530" y="2514412"/>
                  </a:cubicBezTo>
                  <a:cubicBezTo>
                    <a:pt x="1840230" y="2511872"/>
                    <a:pt x="1847850" y="2513142"/>
                    <a:pt x="1863090" y="2516952"/>
                  </a:cubicBezTo>
                  <a:cubicBezTo>
                    <a:pt x="1891030" y="2524572"/>
                    <a:pt x="1939290" y="2544892"/>
                    <a:pt x="1978660" y="2570292"/>
                  </a:cubicBezTo>
                  <a:cubicBezTo>
                    <a:pt x="2030730" y="2602042"/>
                    <a:pt x="2087880" y="2671892"/>
                    <a:pt x="2141220" y="2704912"/>
                  </a:cubicBezTo>
                  <a:cubicBezTo>
                    <a:pt x="2184400" y="2731582"/>
                    <a:pt x="2226310" y="2746822"/>
                    <a:pt x="2268220" y="2759522"/>
                  </a:cubicBezTo>
                  <a:cubicBezTo>
                    <a:pt x="2306320" y="2770952"/>
                    <a:pt x="2335530" y="2774762"/>
                    <a:pt x="2385060" y="2778572"/>
                  </a:cubicBezTo>
                  <a:cubicBezTo>
                    <a:pt x="2468880" y="2784922"/>
                    <a:pt x="2607310" y="2786192"/>
                    <a:pt x="2729230" y="2776032"/>
                  </a:cubicBezTo>
                  <a:cubicBezTo>
                    <a:pt x="2870200" y="2763332"/>
                    <a:pt x="3088640" y="2727772"/>
                    <a:pt x="3183890" y="2702372"/>
                  </a:cubicBezTo>
                  <a:cubicBezTo>
                    <a:pt x="3228340" y="2689672"/>
                    <a:pt x="3252470" y="2685862"/>
                    <a:pt x="3280410" y="2663002"/>
                  </a:cubicBezTo>
                  <a:cubicBezTo>
                    <a:pt x="3313430" y="2638872"/>
                    <a:pt x="3342640" y="2594422"/>
                    <a:pt x="3365500" y="2552512"/>
                  </a:cubicBezTo>
                  <a:cubicBezTo>
                    <a:pt x="3388360" y="2509332"/>
                    <a:pt x="3393440" y="2463612"/>
                    <a:pt x="3415030" y="2410272"/>
                  </a:cubicBezTo>
                  <a:cubicBezTo>
                    <a:pt x="3444240" y="2341692"/>
                    <a:pt x="3501390" y="2255332"/>
                    <a:pt x="3530600" y="2175322"/>
                  </a:cubicBezTo>
                  <a:cubicBezTo>
                    <a:pt x="3559810" y="2097852"/>
                    <a:pt x="3575050" y="2030542"/>
                    <a:pt x="3590290" y="1940372"/>
                  </a:cubicBezTo>
                  <a:cubicBezTo>
                    <a:pt x="3609340" y="1822262"/>
                    <a:pt x="3619500" y="1641922"/>
                    <a:pt x="3622040" y="1521272"/>
                  </a:cubicBezTo>
                  <a:cubicBezTo>
                    <a:pt x="3623310" y="1432372"/>
                    <a:pt x="3620770" y="1365062"/>
                    <a:pt x="3614420" y="1286322"/>
                  </a:cubicBezTo>
                  <a:cubicBezTo>
                    <a:pt x="3606800" y="1206312"/>
                    <a:pt x="3589020" y="1139002"/>
                    <a:pt x="3578860" y="1043752"/>
                  </a:cubicBezTo>
                  <a:cubicBezTo>
                    <a:pt x="3566160" y="911672"/>
                    <a:pt x="3568700" y="684342"/>
                    <a:pt x="3549650" y="563692"/>
                  </a:cubicBezTo>
                  <a:cubicBezTo>
                    <a:pt x="3536950" y="487492"/>
                    <a:pt x="3544570" y="429072"/>
                    <a:pt x="3500120" y="382082"/>
                  </a:cubicBezTo>
                  <a:cubicBezTo>
                    <a:pt x="3435350" y="316042"/>
                    <a:pt x="3263900" y="302072"/>
                    <a:pt x="3130550" y="269052"/>
                  </a:cubicBezTo>
                  <a:cubicBezTo>
                    <a:pt x="2975610" y="230952"/>
                    <a:pt x="2818130" y="190312"/>
                    <a:pt x="2625090" y="172532"/>
                  </a:cubicBezTo>
                  <a:cubicBezTo>
                    <a:pt x="2371090" y="150942"/>
                    <a:pt x="1889760" y="177612"/>
                    <a:pt x="1736090" y="183962"/>
                  </a:cubicBezTo>
                  <a:cubicBezTo>
                    <a:pt x="1681480" y="186502"/>
                    <a:pt x="1668780" y="186502"/>
                    <a:pt x="1625600" y="191582"/>
                  </a:cubicBezTo>
                  <a:cubicBezTo>
                    <a:pt x="1562100" y="200472"/>
                    <a:pt x="1482090" y="216982"/>
                    <a:pt x="1394460" y="239842"/>
                  </a:cubicBezTo>
                  <a:cubicBezTo>
                    <a:pt x="1275080" y="270322"/>
                    <a:pt x="1099820" y="321122"/>
                    <a:pt x="976630" y="369382"/>
                  </a:cubicBezTo>
                  <a:cubicBezTo>
                    <a:pt x="873760" y="410022"/>
                    <a:pt x="797560" y="450662"/>
                    <a:pt x="699770" y="501462"/>
                  </a:cubicBezTo>
                  <a:cubicBezTo>
                    <a:pt x="588010" y="562422"/>
                    <a:pt x="434340" y="655132"/>
                    <a:pt x="344170" y="716092"/>
                  </a:cubicBezTo>
                  <a:cubicBezTo>
                    <a:pt x="285750" y="754192"/>
                    <a:pt x="233680" y="778322"/>
                    <a:pt x="207010" y="818962"/>
                  </a:cubicBezTo>
                  <a:cubicBezTo>
                    <a:pt x="184150" y="850712"/>
                    <a:pt x="179070" y="883732"/>
                    <a:pt x="176530" y="929452"/>
                  </a:cubicBezTo>
                  <a:cubicBezTo>
                    <a:pt x="171450" y="1003112"/>
                    <a:pt x="200660" y="1141542"/>
                    <a:pt x="217170" y="1217742"/>
                  </a:cubicBezTo>
                  <a:cubicBezTo>
                    <a:pt x="228600" y="1271082"/>
                    <a:pt x="238760" y="1307912"/>
                    <a:pt x="255270" y="1347282"/>
                  </a:cubicBezTo>
                  <a:cubicBezTo>
                    <a:pt x="271780" y="1386652"/>
                    <a:pt x="284480" y="1405702"/>
                    <a:pt x="314960" y="1455232"/>
                  </a:cubicBezTo>
                  <a:cubicBezTo>
                    <a:pt x="388620" y="1575882"/>
                    <a:pt x="633730" y="1935292"/>
                    <a:pt x="728980" y="2067372"/>
                  </a:cubicBezTo>
                  <a:cubicBezTo>
                    <a:pt x="775970" y="2132142"/>
                    <a:pt x="798830" y="2165162"/>
                    <a:pt x="838200" y="2209612"/>
                  </a:cubicBezTo>
                  <a:cubicBezTo>
                    <a:pt x="876300" y="2254062"/>
                    <a:pt x="914400" y="2295972"/>
                    <a:pt x="960120" y="2335342"/>
                  </a:cubicBezTo>
                  <a:cubicBezTo>
                    <a:pt x="1008380" y="2377252"/>
                    <a:pt x="1074420" y="2429322"/>
                    <a:pt x="1123950" y="2452182"/>
                  </a:cubicBezTo>
                  <a:cubicBezTo>
                    <a:pt x="1159510" y="2469962"/>
                    <a:pt x="1181100" y="2473772"/>
                    <a:pt x="1220470" y="2480122"/>
                  </a:cubicBezTo>
                  <a:cubicBezTo>
                    <a:pt x="1282700" y="2491552"/>
                    <a:pt x="1352550" y="2494092"/>
                    <a:pt x="1460500" y="2497902"/>
                  </a:cubicBezTo>
                  <a:cubicBezTo>
                    <a:pt x="1687830" y="2506792"/>
                    <a:pt x="2390140" y="2458532"/>
                    <a:pt x="2515870" y="2496632"/>
                  </a:cubicBezTo>
                  <a:cubicBezTo>
                    <a:pt x="2546350" y="2506792"/>
                    <a:pt x="2555240" y="2516952"/>
                    <a:pt x="2566670" y="2532192"/>
                  </a:cubicBezTo>
                  <a:cubicBezTo>
                    <a:pt x="2578100" y="2548702"/>
                    <a:pt x="2583180" y="2572832"/>
                    <a:pt x="2581910" y="2591882"/>
                  </a:cubicBezTo>
                  <a:cubicBezTo>
                    <a:pt x="2579370" y="2612202"/>
                    <a:pt x="2566670" y="2635062"/>
                    <a:pt x="2552700" y="2647762"/>
                  </a:cubicBezTo>
                  <a:cubicBezTo>
                    <a:pt x="2538730" y="2660462"/>
                    <a:pt x="2494280" y="2669352"/>
                    <a:pt x="2494280" y="2669352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5135225" y="1341120"/>
            <a:ext cx="280035" cy="443865"/>
            <a:chOff x="0" y="0"/>
            <a:chExt cx="373380" cy="591820"/>
          </a:xfrm>
        </p:grpSpPr>
        <p:sp>
          <p:nvSpPr>
            <p:cNvPr id="14" name="Freeform 14"/>
            <p:cNvSpPr/>
            <p:nvPr/>
          </p:nvSpPr>
          <p:spPr>
            <a:xfrm>
              <a:off x="48585" y="50362"/>
              <a:ext cx="273379" cy="489833"/>
            </a:xfrm>
            <a:custGeom>
              <a:avLst/>
              <a:gdLst/>
              <a:ahLst/>
              <a:cxnLst/>
              <a:rect l="l" t="t" r="r" b="b"/>
              <a:pathLst>
                <a:path w="273379" h="489833">
                  <a:moveTo>
                    <a:pt x="193985" y="95688"/>
                  </a:moveTo>
                  <a:cubicBezTo>
                    <a:pt x="196525" y="262058"/>
                    <a:pt x="207955" y="292538"/>
                    <a:pt x="220655" y="309048"/>
                  </a:cubicBezTo>
                  <a:cubicBezTo>
                    <a:pt x="228275" y="317938"/>
                    <a:pt x="238435" y="317938"/>
                    <a:pt x="246055" y="326828"/>
                  </a:cubicBezTo>
                  <a:cubicBezTo>
                    <a:pt x="256215" y="339528"/>
                    <a:pt x="270185" y="362388"/>
                    <a:pt x="272725" y="381438"/>
                  </a:cubicBezTo>
                  <a:cubicBezTo>
                    <a:pt x="275265" y="400488"/>
                    <a:pt x="270185" y="424618"/>
                    <a:pt x="261295" y="441128"/>
                  </a:cubicBezTo>
                  <a:cubicBezTo>
                    <a:pt x="251135" y="458908"/>
                    <a:pt x="229545" y="474148"/>
                    <a:pt x="215575" y="481768"/>
                  </a:cubicBezTo>
                  <a:cubicBezTo>
                    <a:pt x="205415" y="488118"/>
                    <a:pt x="196525" y="489388"/>
                    <a:pt x="185095" y="489388"/>
                  </a:cubicBezTo>
                  <a:cubicBezTo>
                    <a:pt x="168585" y="489388"/>
                    <a:pt x="140645" y="483038"/>
                    <a:pt x="125405" y="475418"/>
                  </a:cubicBezTo>
                  <a:cubicBezTo>
                    <a:pt x="115245" y="469068"/>
                    <a:pt x="108895" y="462718"/>
                    <a:pt x="102545" y="453828"/>
                  </a:cubicBezTo>
                  <a:cubicBezTo>
                    <a:pt x="96195" y="446208"/>
                    <a:pt x="91115" y="438588"/>
                    <a:pt x="87305" y="427158"/>
                  </a:cubicBezTo>
                  <a:cubicBezTo>
                    <a:pt x="83495" y="410648"/>
                    <a:pt x="80955" y="383978"/>
                    <a:pt x="86035" y="366198"/>
                  </a:cubicBezTo>
                  <a:cubicBezTo>
                    <a:pt x="92385" y="347148"/>
                    <a:pt x="106355" y="328098"/>
                    <a:pt x="121595" y="316668"/>
                  </a:cubicBezTo>
                  <a:cubicBezTo>
                    <a:pt x="138105" y="305238"/>
                    <a:pt x="163505" y="298888"/>
                    <a:pt x="180015" y="298888"/>
                  </a:cubicBezTo>
                  <a:cubicBezTo>
                    <a:pt x="192715" y="297618"/>
                    <a:pt x="200335" y="300158"/>
                    <a:pt x="210495" y="303968"/>
                  </a:cubicBezTo>
                  <a:cubicBezTo>
                    <a:pt x="225735" y="311588"/>
                    <a:pt x="248595" y="326828"/>
                    <a:pt x="258755" y="343338"/>
                  </a:cubicBezTo>
                  <a:cubicBezTo>
                    <a:pt x="268915" y="359848"/>
                    <a:pt x="272725" y="385248"/>
                    <a:pt x="272725" y="401758"/>
                  </a:cubicBezTo>
                  <a:cubicBezTo>
                    <a:pt x="272725" y="414458"/>
                    <a:pt x="270185" y="423348"/>
                    <a:pt x="265105" y="432238"/>
                  </a:cubicBezTo>
                  <a:cubicBezTo>
                    <a:pt x="261295" y="441128"/>
                    <a:pt x="257485" y="450018"/>
                    <a:pt x="248595" y="458908"/>
                  </a:cubicBezTo>
                  <a:cubicBezTo>
                    <a:pt x="237165" y="470338"/>
                    <a:pt x="214305" y="484308"/>
                    <a:pt x="195255" y="488118"/>
                  </a:cubicBezTo>
                  <a:cubicBezTo>
                    <a:pt x="176205" y="491928"/>
                    <a:pt x="155885" y="489388"/>
                    <a:pt x="134295" y="480498"/>
                  </a:cubicBezTo>
                  <a:cubicBezTo>
                    <a:pt x="103815" y="467798"/>
                    <a:pt x="56825" y="441128"/>
                    <a:pt x="35235" y="405568"/>
                  </a:cubicBezTo>
                  <a:cubicBezTo>
                    <a:pt x="8565" y="362388"/>
                    <a:pt x="9835" y="287458"/>
                    <a:pt x="4755" y="232848"/>
                  </a:cubicBezTo>
                  <a:cubicBezTo>
                    <a:pt x="-325" y="184588"/>
                    <a:pt x="-1595" y="128708"/>
                    <a:pt x="2215" y="95688"/>
                  </a:cubicBezTo>
                  <a:cubicBezTo>
                    <a:pt x="4755" y="76638"/>
                    <a:pt x="6025" y="63938"/>
                    <a:pt x="13645" y="51238"/>
                  </a:cubicBezTo>
                  <a:cubicBezTo>
                    <a:pt x="19995" y="37268"/>
                    <a:pt x="30155" y="24568"/>
                    <a:pt x="44125" y="16948"/>
                  </a:cubicBezTo>
                  <a:cubicBezTo>
                    <a:pt x="60635" y="6788"/>
                    <a:pt x="88575" y="-2102"/>
                    <a:pt x="108895" y="438"/>
                  </a:cubicBezTo>
                  <a:cubicBezTo>
                    <a:pt x="130485" y="2978"/>
                    <a:pt x="155885" y="15678"/>
                    <a:pt x="169855" y="32188"/>
                  </a:cubicBezTo>
                  <a:cubicBezTo>
                    <a:pt x="183825" y="47428"/>
                    <a:pt x="193985" y="95688"/>
                    <a:pt x="193985" y="9568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5719107" y="1357312"/>
            <a:ext cx="295275" cy="593407"/>
            <a:chOff x="0" y="0"/>
            <a:chExt cx="393700" cy="791210"/>
          </a:xfrm>
        </p:grpSpPr>
        <p:sp>
          <p:nvSpPr>
            <p:cNvPr id="16" name="Freeform 16"/>
            <p:cNvSpPr/>
            <p:nvPr/>
          </p:nvSpPr>
          <p:spPr>
            <a:xfrm>
              <a:off x="50775" y="48487"/>
              <a:ext cx="291428" cy="692423"/>
            </a:xfrm>
            <a:custGeom>
              <a:avLst/>
              <a:gdLst/>
              <a:ahLst/>
              <a:cxnLst/>
              <a:rect l="l" t="t" r="r" b="b"/>
              <a:pathLst>
                <a:path w="291428" h="692423">
                  <a:moveTo>
                    <a:pt x="190525" y="79783"/>
                  </a:moveTo>
                  <a:cubicBezTo>
                    <a:pt x="283235" y="647473"/>
                    <a:pt x="269265" y="658903"/>
                    <a:pt x="254025" y="670333"/>
                  </a:cubicBezTo>
                  <a:cubicBezTo>
                    <a:pt x="238785" y="683033"/>
                    <a:pt x="212115" y="689383"/>
                    <a:pt x="195605" y="691923"/>
                  </a:cubicBezTo>
                  <a:cubicBezTo>
                    <a:pt x="184175" y="691923"/>
                    <a:pt x="175285" y="690653"/>
                    <a:pt x="163855" y="686843"/>
                  </a:cubicBezTo>
                  <a:cubicBezTo>
                    <a:pt x="148615" y="680493"/>
                    <a:pt x="125755" y="665253"/>
                    <a:pt x="114325" y="650013"/>
                  </a:cubicBezTo>
                  <a:cubicBezTo>
                    <a:pt x="102895" y="633503"/>
                    <a:pt x="96545" y="609373"/>
                    <a:pt x="96545" y="589053"/>
                  </a:cubicBezTo>
                  <a:cubicBezTo>
                    <a:pt x="97815" y="570003"/>
                    <a:pt x="106705" y="547143"/>
                    <a:pt x="119405" y="531903"/>
                  </a:cubicBezTo>
                  <a:cubicBezTo>
                    <a:pt x="132105" y="516663"/>
                    <a:pt x="156235" y="503963"/>
                    <a:pt x="172745" y="498883"/>
                  </a:cubicBezTo>
                  <a:cubicBezTo>
                    <a:pt x="184175" y="495073"/>
                    <a:pt x="191795" y="495073"/>
                    <a:pt x="204495" y="496343"/>
                  </a:cubicBezTo>
                  <a:cubicBezTo>
                    <a:pt x="221005" y="500153"/>
                    <a:pt x="246405" y="509043"/>
                    <a:pt x="260375" y="523013"/>
                  </a:cubicBezTo>
                  <a:cubicBezTo>
                    <a:pt x="275615" y="535713"/>
                    <a:pt x="287045" y="557303"/>
                    <a:pt x="290855" y="577623"/>
                  </a:cubicBezTo>
                  <a:cubicBezTo>
                    <a:pt x="293395" y="596673"/>
                    <a:pt x="287045" y="623343"/>
                    <a:pt x="280695" y="638583"/>
                  </a:cubicBezTo>
                  <a:cubicBezTo>
                    <a:pt x="276885" y="650013"/>
                    <a:pt x="271805" y="656363"/>
                    <a:pt x="261645" y="663983"/>
                  </a:cubicBezTo>
                  <a:cubicBezTo>
                    <a:pt x="248945" y="674143"/>
                    <a:pt x="222275" y="686843"/>
                    <a:pt x="205765" y="690653"/>
                  </a:cubicBezTo>
                  <a:cubicBezTo>
                    <a:pt x="194335" y="693193"/>
                    <a:pt x="185445" y="693193"/>
                    <a:pt x="174015" y="689383"/>
                  </a:cubicBezTo>
                  <a:cubicBezTo>
                    <a:pt x="158775" y="684303"/>
                    <a:pt x="135915" y="676683"/>
                    <a:pt x="120675" y="657633"/>
                  </a:cubicBezTo>
                  <a:cubicBezTo>
                    <a:pt x="97815" y="628423"/>
                    <a:pt x="87655" y="572543"/>
                    <a:pt x="72415" y="510313"/>
                  </a:cubicBezTo>
                  <a:cubicBezTo>
                    <a:pt x="47015" y="409983"/>
                    <a:pt x="-1245" y="189003"/>
                    <a:pt x="25" y="111533"/>
                  </a:cubicBezTo>
                  <a:cubicBezTo>
                    <a:pt x="25" y="79783"/>
                    <a:pt x="1295" y="62003"/>
                    <a:pt x="12725" y="44223"/>
                  </a:cubicBezTo>
                  <a:cubicBezTo>
                    <a:pt x="24155" y="26443"/>
                    <a:pt x="47015" y="8663"/>
                    <a:pt x="67335" y="2313"/>
                  </a:cubicBezTo>
                  <a:cubicBezTo>
                    <a:pt x="87655" y="-2767"/>
                    <a:pt x="116865" y="1043"/>
                    <a:pt x="135915" y="8663"/>
                  </a:cubicBezTo>
                  <a:cubicBezTo>
                    <a:pt x="151155" y="13743"/>
                    <a:pt x="162585" y="25173"/>
                    <a:pt x="171475" y="36603"/>
                  </a:cubicBezTo>
                  <a:cubicBezTo>
                    <a:pt x="180365" y="49303"/>
                    <a:pt x="190525" y="79783"/>
                    <a:pt x="190525" y="79783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5165705" y="1953577"/>
            <a:ext cx="1122045" cy="330518"/>
            <a:chOff x="0" y="0"/>
            <a:chExt cx="1496060" cy="440690"/>
          </a:xfrm>
        </p:grpSpPr>
        <p:sp>
          <p:nvSpPr>
            <p:cNvPr id="18" name="Freeform 18"/>
            <p:cNvSpPr/>
            <p:nvPr/>
          </p:nvSpPr>
          <p:spPr>
            <a:xfrm>
              <a:off x="49535" y="50800"/>
              <a:ext cx="1395863" cy="344622"/>
            </a:xfrm>
            <a:custGeom>
              <a:avLst/>
              <a:gdLst/>
              <a:ahLst/>
              <a:cxnLst/>
              <a:rect l="l" t="t" r="r" b="b"/>
              <a:pathLst>
                <a:path w="1395863" h="344622">
                  <a:moveTo>
                    <a:pt x="104135" y="0"/>
                  </a:moveTo>
                  <a:cubicBezTo>
                    <a:pt x="351785" y="31750"/>
                    <a:pt x="513075" y="93980"/>
                    <a:pt x="634995" y="114300"/>
                  </a:cubicBezTo>
                  <a:cubicBezTo>
                    <a:pt x="744215" y="132080"/>
                    <a:pt x="838195" y="132080"/>
                    <a:pt x="947415" y="135890"/>
                  </a:cubicBezTo>
                  <a:cubicBezTo>
                    <a:pt x="1066795" y="139700"/>
                    <a:pt x="1258565" y="114300"/>
                    <a:pt x="1325875" y="137160"/>
                  </a:cubicBezTo>
                  <a:cubicBezTo>
                    <a:pt x="1353815" y="146050"/>
                    <a:pt x="1366515" y="162560"/>
                    <a:pt x="1377945" y="176530"/>
                  </a:cubicBezTo>
                  <a:cubicBezTo>
                    <a:pt x="1385565" y="186690"/>
                    <a:pt x="1389375" y="195580"/>
                    <a:pt x="1391915" y="207010"/>
                  </a:cubicBezTo>
                  <a:cubicBezTo>
                    <a:pt x="1395725" y="224790"/>
                    <a:pt x="1395725" y="254000"/>
                    <a:pt x="1388105" y="273050"/>
                  </a:cubicBezTo>
                  <a:cubicBezTo>
                    <a:pt x="1380485" y="293370"/>
                    <a:pt x="1363975" y="313690"/>
                    <a:pt x="1346195" y="323850"/>
                  </a:cubicBezTo>
                  <a:cubicBezTo>
                    <a:pt x="1328415" y="334010"/>
                    <a:pt x="1299205" y="339090"/>
                    <a:pt x="1281425" y="337820"/>
                  </a:cubicBezTo>
                  <a:cubicBezTo>
                    <a:pt x="1268725" y="337820"/>
                    <a:pt x="1258565" y="334010"/>
                    <a:pt x="1248405" y="328930"/>
                  </a:cubicBezTo>
                  <a:cubicBezTo>
                    <a:pt x="1238245" y="325120"/>
                    <a:pt x="1229355" y="320040"/>
                    <a:pt x="1221735" y="309880"/>
                  </a:cubicBezTo>
                  <a:cubicBezTo>
                    <a:pt x="1209035" y="297180"/>
                    <a:pt x="1193795" y="273050"/>
                    <a:pt x="1189985" y="251460"/>
                  </a:cubicBezTo>
                  <a:cubicBezTo>
                    <a:pt x="1186175" y="231140"/>
                    <a:pt x="1193795" y="203200"/>
                    <a:pt x="1201415" y="186690"/>
                  </a:cubicBezTo>
                  <a:cubicBezTo>
                    <a:pt x="1206495" y="175260"/>
                    <a:pt x="1211575" y="167640"/>
                    <a:pt x="1221735" y="160020"/>
                  </a:cubicBezTo>
                  <a:cubicBezTo>
                    <a:pt x="1234435" y="148590"/>
                    <a:pt x="1259835" y="134620"/>
                    <a:pt x="1281425" y="132080"/>
                  </a:cubicBezTo>
                  <a:cubicBezTo>
                    <a:pt x="1301745" y="129540"/>
                    <a:pt x="1329685" y="138430"/>
                    <a:pt x="1346195" y="146050"/>
                  </a:cubicBezTo>
                  <a:cubicBezTo>
                    <a:pt x="1357625" y="152400"/>
                    <a:pt x="1363975" y="157480"/>
                    <a:pt x="1371595" y="167640"/>
                  </a:cubicBezTo>
                  <a:cubicBezTo>
                    <a:pt x="1381755" y="182880"/>
                    <a:pt x="1394455" y="208280"/>
                    <a:pt x="1395725" y="229870"/>
                  </a:cubicBezTo>
                  <a:cubicBezTo>
                    <a:pt x="1396995" y="250190"/>
                    <a:pt x="1389375" y="275590"/>
                    <a:pt x="1377945" y="293370"/>
                  </a:cubicBezTo>
                  <a:cubicBezTo>
                    <a:pt x="1366515" y="311150"/>
                    <a:pt x="1353815" y="323850"/>
                    <a:pt x="1325875" y="332740"/>
                  </a:cubicBezTo>
                  <a:cubicBezTo>
                    <a:pt x="1253485" y="356870"/>
                    <a:pt x="1028695" y="337820"/>
                    <a:pt x="900425" y="331470"/>
                  </a:cubicBezTo>
                  <a:cubicBezTo>
                    <a:pt x="793745" y="326390"/>
                    <a:pt x="709925" y="325120"/>
                    <a:pt x="607055" y="306070"/>
                  </a:cubicBezTo>
                  <a:cubicBezTo>
                    <a:pt x="490215" y="284480"/>
                    <a:pt x="337815" y="218440"/>
                    <a:pt x="237485" y="199390"/>
                  </a:cubicBezTo>
                  <a:cubicBezTo>
                    <a:pt x="170175" y="187960"/>
                    <a:pt x="105405" y="203200"/>
                    <a:pt x="66035" y="186690"/>
                  </a:cubicBezTo>
                  <a:cubicBezTo>
                    <a:pt x="40635" y="177800"/>
                    <a:pt x="24125" y="162560"/>
                    <a:pt x="12695" y="143510"/>
                  </a:cubicBezTo>
                  <a:cubicBezTo>
                    <a:pt x="2535" y="125730"/>
                    <a:pt x="-2545" y="97790"/>
                    <a:pt x="1265" y="76200"/>
                  </a:cubicBezTo>
                  <a:cubicBezTo>
                    <a:pt x="6345" y="55880"/>
                    <a:pt x="21585" y="31750"/>
                    <a:pt x="38095" y="19050"/>
                  </a:cubicBezTo>
                  <a:cubicBezTo>
                    <a:pt x="54605" y="6350"/>
                    <a:pt x="104135" y="0"/>
                    <a:pt x="104135" y="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15807690" y="2776538"/>
            <a:ext cx="220980" cy="261938"/>
            <a:chOff x="0" y="0"/>
            <a:chExt cx="294640" cy="349250"/>
          </a:xfrm>
        </p:grpSpPr>
        <p:sp>
          <p:nvSpPr>
            <p:cNvPr id="20" name="Freeform 20"/>
            <p:cNvSpPr/>
            <p:nvPr/>
          </p:nvSpPr>
          <p:spPr>
            <a:xfrm>
              <a:off x="49177" y="49574"/>
              <a:ext cx="195164" cy="251275"/>
            </a:xfrm>
            <a:custGeom>
              <a:avLst/>
              <a:gdLst/>
              <a:ahLst/>
              <a:cxnLst/>
              <a:rect l="l" t="t" r="r" b="b"/>
              <a:pathLst>
                <a:path w="195164" h="251275">
                  <a:moveTo>
                    <a:pt x="193393" y="96476"/>
                  </a:moveTo>
                  <a:cubicBezTo>
                    <a:pt x="181963" y="206966"/>
                    <a:pt x="164183" y="224746"/>
                    <a:pt x="151483" y="236176"/>
                  </a:cubicBezTo>
                  <a:cubicBezTo>
                    <a:pt x="142593" y="242526"/>
                    <a:pt x="134973" y="246336"/>
                    <a:pt x="123543" y="248876"/>
                  </a:cubicBezTo>
                  <a:cubicBezTo>
                    <a:pt x="107033" y="251416"/>
                    <a:pt x="77823" y="250146"/>
                    <a:pt x="62583" y="245066"/>
                  </a:cubicBezTo>
                  <a:cubicBezTo>
                    <a:pt x="51153" y="242526"/>
                    <a:pt x="43533" y="237446"/>
                    <a:pt x="35913" y="229826"/>
                  </a:cubicBezTo>
                  <a:cubicBezTo>
                    <a:pt x="23213" y="217126"/>
                    <a:pt x="7973" y="192996"/>
                    <a:pt x="4163" y="176486"/>
                  </a:cubicBezTo>
                  <a:cubicBezTo>
                    <a:pt x="353" y="165056"/>
                    <a:pt x="353" y="157436"/>
                    <a:pt x="1623" y="146006"/>
                  </a:cubicBezTo>
                  <a:cubicBezTo>
                    <a:pt x="5433" y="129496"/>
                    <a:pt x="16863" y="102826"/>
                    <a:pt x="28293" y="90126"/>
                  </a:cubicBezTo>
                  <a:cubicBezTo>
                    <a:pt x="34643" y="79966"/>
                    <a:pt x="42263" y="74886"/>
                    <a:pt x="52423" y="71076"/>
                  </a:cubicBezTo>
                  <a:cubicBezTo>
                    <a:pt x="67663" y="64726"/>
                    <a:pt x="96873" y="59646"/>
                    <a:pt x="113383" y="60916"/>
                  </a:cubicBezTo>
                  <a:cubicBezTo>
                    <a:pt x="124813" y="62186"/>
                    <a:pt x="133703" y="65996"/>
                    <a:pt x="142593" y="71076"/>
                  </a:cubicBezTo>
                  <a:cubicBezTo>
                    <a:pt x="151483" y="74886"/>
                    <a:pt x="160373" y="79966"/>
                    <a:pt x="167993" y="90126"/>
                  </a:cubicBezTo>
                  <a:cubicBezTo>
                    <a:pt x="178153" y="102826"/>
                    <a:pt x="190853" y="129496"/>
                    <a:pt x="193393" y="146006"/>
                  </a:cubicBezTo>
                  <a:cubicBezTo>
                    <a:pt x="195933" y="157436"/>
                    <a:pt x="195933" y="165056"/>
                    <a:pt x="192123" y="176486"/>
                  </a:cubicBezTo>
                  <a:cubicBezTo>
                    <a:pt x="187043" y="192996"/>
                    <a:pt x="171803" y="217126"/>
                    <a:pt x="160373" y="229826"/>
                  </a:cubicBezTo>
                  <a:cubicBezTo>
                    <a:pt x="151483" y="237446"/>
                    <a:pt x="145133" y="242526"/>
                    <a:pt x="133703" y="245066"/>
                  </a:cubicBezTo>
                  <a:cubicBezTo>
                    <a:pt x="117193" y="250146"/>
                    <a:pt x="90523" y="253956"/>
                    <a:pt x="71473" y="248876"/>
                  </a:cubicBezTo>
                  <a:cubicBezTo>
                    <a:pt x="53693" y="243796"/>
                    <a:pt x="33373" y="229826"/>
                    <a:pt x="20673" y="214586"/>
                  </a:cubicBezTo>
                  <a:cubicBezTo>
                    <a:pt x="9243" y="198076"/>
                    <a:pt x="4163" y="177756"/>
                    <a:pt x="1623" y="156166"/>
                  </a:cubicBezTo>
                  <a:cubicBezTo>
                    <a:pt x="-2187" y="126956"/>
                    <a:pt x="353" y="77426"/>
                    <a:pt x="13053" y="52026"/>
                  </a:cubicBezTo>
                  <a:cubicBezTo>
                    <a:pt x="24483" y="30436"/>
                    <a:pt x="46073" y="15196"/>
                    <a:pt x="63853" y="6306"/>
                  </a:cubicBezTo>
                  <a:cubicBezTo>
                    <a:pt x="79093" y="-44"/>
                    <a:pt x="94333" y="-1314"/>
                    <a:pt x="109573" y="1226"/>
                  </a:cubicBezTo>
                  <a:cubicBezTo>
                    <a:pt x="123543" y="2496"/>
                    <a:pt x="140053" y="8846"/>
                    <a:pt x="152753" y="17736"/>
                  </a:cubicBezTo>
                  <a:cubicBezTo>
                    <a:pt x="164183" y="25356"/>
                    <a:pt x="175613" y="38056"/>
                    <a:pt x="181963" y="52026"/>
                  </a:cubicBezTo>
                  <a:cubicBezTo>
                    <a:pt x="189583" y="64726"/>
                    <a:pt x="193393" y="96476"/>
                    <a:pt x="193393" y="96476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5090457" y="2922270"/>
            <a:ext cx="1049655" cy="5650230"/>
            <a:chOff x="0" y="0"/>
            <a:chExt cx="1399540" cy="7533640"/>
          </a:xfrm>
        </p:grpSpPr>
        <p:sp>
          <p:nvSpPr>
            <p:cNvPr id="22" name="Freeform 22"/>
            <p:cNvSpPr/>
            <p:nvPr/>
          </p:nvSpPr>
          <p:spPr>
            <a:xfrm>
              <a:off x="50640" y="50712"/>
              <a:ext cx="1298938" cy="7432320"/>
            </a:xfrm>
            <a:custGeom>
              <a:avLst/>
              <a:gdLst/>
              <a:ahLst/>
              <a:cxnLst/>
              <a:rect l="l" t="t" r="r" b="b"/>
              <a:pathLst>
                <a:path w="1298938" h="7432320">
                  <a:moveTo>
                    <a:pt x="1133000" y="80098"/>
                  </a:moveTo>
                  <a:cubicBezTo>
                    <a:pt x="1202850" y="1171028"/>
                    <a:pt x="1249840" y="1449158"/>
                    <a:pt x="1270160" y="1767928"/>
                  </a:cubicBezTo>
                  <a:cubicBezTo>
                    <a:pt x="1293020" y="2140038"/>
                    <a:pt x="1290480" y="2641688"/>
                    <a:pt x="1294290" y="2980778"/>
                  </a:cubicBezTo>
                  <a:cubicBezTo>
                    <a:pt x="1296830" y="3224618"/>
                    <a:pt x="1300640" y="3431628"/>
                    <a:pt x="1298100" y="3613238"/>
                  </a:cubicBezTo>
                  <a:cubicBezTo>
                    <a:pt x="1295560" y="3750398"/>
                    <a:pt x="1295560" y="3830408"/>
                    <a:pt x="1282860" y="3975188"/>
                  </a:cubicBezTo>
                  <a:cubicBezTo>
                    <a:pt x="1263810" y="4189818"/>
                    <a:pt x="1213010" y="4546688"/>
                    <a:pt x="1172370" y="4776558"/>
                  </a:cubicBezTo>
                  <a:cubicBezTo>
                    <a:pt x="1141890" y="4950548"/>
                    <a:pt x="1112680" y="5083898"/>
                    <a:pt x="1075850" y="5232488"/>
                  </a:cubicBezTo>
                  <a:cubicBezTo>
                    <a:pt x="1039020" y="5378538"/>
                    <a:pt x="1007270" y="5501728"/>
                    <a:pt x="955200" y="5660478"/>
                  </a:cubicBezTo>
                  <a:cubicBezTo>
                    <a:pt x="887890" y="5864948"/>
                    <a:pt x="796450" y="6121488"/>
                    <a:pt x="691040" y="6355168"/>
                  </a:cubicBezTo>
                  <a:cubicBezTo>
                    <a:pt x="575470" y="6606628"/>
                    <a:pt x="364650" y="6958418"/>
                    <a:pt x="283370" y="7118438"/>
                  </a:cubicBezTo>
                  <a:cubicBezTo>
                    <a:pt x="247810" y="7190828"/>
                    <a:pt x="228760" y="7228928"/>
                    <a:pt x="208440" y="7277188"/>
                  </a:cubicBezTo>
                  <a:cubicBezTo>
                    <a:pt x="193200" y="7317828"/>
                    <a:pt x="186850" y="7368628"/>
                    <a:pt x="174150" y="7391488"/>
                  </a:cubicBezTo>
                  <a:cubicBezTo>
                    <a:pt x="166530" y="7402918"/>
                    <a:pt x="162720" y="7406728"/>
                    <a:pt x="152560" y="7413078"/>
                  </a:cubicBezTo>
                  <a:cubicBezTo>
                    <a:pt x="138590" y="7421968"/>
                    <a:pt x="110650" y="7430858"/>
                    <a:pt x="94140" y="7432128"/>
                  </a:cubicBezTo>
                  <a:cubicBezTo>
                    <a:pt x="82710" y="7432128"/>
                    <a:pt x="75090" y="7430858"/>
                    <a:pt x="63660" y="7427048"/>
                  </a:cubicBezTo>
                  <a:cubicBezTo>
                    <a:pt x="49690" y="7419428"/>
                    <a:pt x="26830" y="7405458"/>
                    <a:pt x="16670" y="7388948"/>
                  </a:cubicBezTo>
                  <a:cubicBezTo>
                    <a:pt x="5240" y="7372438"/>
                    <a:pt x="-1110" y="7349578"/>
                    <a:pt x="160" y="7330528"/>
                  </a:cubicBezTo>
                  <a:cubicBezTo>
                    <a:pt x="1430" y="7311478"/>
                    <a:pt x="11590" y="7288618"/>
                    <a:pt x="24290" y="7274648"/>
                  </a:cubicBezTo>
                  <a:cubicBezTo>
                    <a:pt x="36990" y="7259408"/>
                    <a:pt x="61120" y="7247978"/>
                    <a:pt x="76360" y="7242898"/>
                  </a:cubicBezTo>
                  <a:cubicBezTo>
                    <a:pt x="87790" y="7240358"/>
                    <a:pt x="95410" y="7240358"/>
                    <a:pt x="106840" y="7241628"/>
                  </a:cubicBezTo>
                  <a:cubicBezTo>
                    <a:pt x="123350" y="7245438"/>
                    <a:pt x="148750" y="7255598"/>
                    <a:pt x="162720" y="7268298"/>
                  </a:cubicBezTo>
                  <a:cubicBezTo>
                    <a:pt x="175420" y="7282268"/>
                    <a:pt x="186850" y="7303858"/>
                    <a:pt x="189390" y="7322908"/>
                  </a:cubicBezTo>
                  <a:cubicBezTo>
                    <a:pt x="193200" y="7341958"/>
                    <a:pt x="185580" y="7367358"/>
                    <a:pt x="179230" y="7382598"/>
                  </a:cubicBezTo>
                  <a:cubicBezTo>
                    <a:pt x="174150" y="7392758"/>
                    <a:pt x="169070" y="7399108"/>
                    <a:pt x="160180" y="7406728"/>
                  </a:cubicBezTo>
                  <a:cubicBezTo>
                    <a:pt x="147480" y="7416888"/>
                    <a:pt x="123350" y="7429588"/>
                    <a:pt x="104300" y="7432128"/>
                  </a:cubicBezTo>
                  <a:cubicBezTo>
                    <a:pt x="85250" y="7433398"/>
                    <a:pt x="62390" y="7428318"/>
                    <a:pt x="45880" y="7418158"/>
                  </a:cubicBezTo>
                  <a:cubicBezTo>
                    <a:pt x="29370" y="7407998"/>
                    <a:pt x="14130" y="7385138"/>
                    <a:pt x="6510" y="7371168"/>
                  </a:cubicBezTo>
                  <a:cubicBezTo>
                    <a:pt x="1430" y="7359738"/>
                    <a:pt x="160" y="7354658"/>
                    <a:pt x="160" y="7340688"/>
                  </a:cubicBezTo>
                  <a:cubicBezTo>
                    <a:pt x="3970" y="7300048"/>
                    <a:pt x="38260" y="7214958"/>
                    <a:pt x="80170" y="7115898"/>
                  </a:cubicBezTo>
                  <a:cubicBezTo>
                    <a:pt x="169070" y="6911428"/>
                    <a:pt x="419260" y="6493598"/>
                    <a:pt x="551340" y="6193878"/>
                  </a:cubicBezTo>
                  <a:cubicBezTo>
                    <a:pt x="669450" y="5924638"/>
                    <a:pt x="769780" y="5642698"/>
                    <a:pt x="844710" y="5405208"/>
                  </a:cubicBezTo>
                  <a:cubicBezTo>
                    <a:pt x="905670" y="5212168"/>
                    <a:pt x="957740" y="4992458"/>
                    <a:pt x="981870" y="4876888"/>
                  </a:cubicBezTo>
                  <a:cubicBezTo>
                    <a:pt x="993300" y="4821008"/>
                    <a:pt x="993300" y="4810848"/>
                    <a:pt x="1002190" y="4751158"/>
                  </a:cubicBezTo>
                  <a:cubicBezTo>
                    <a:pt x="1022510" y="4602568"/>
                    <a:pt x="1082200" y="4183468"/>
                    <a:pt x="1102520" y="3972648"/>
                  </a:cubicBezTo>
                  <a:cubicBezTo>
                    <a:pt x="1116490" y="3830408"/>
                    <a:pt x="1120300" y="3773258"/>
                    <a:pt x="1126650" y="3613238"/>
                  </a:cubicBezTo>
                  <a:cubicBezTo>
                    <a:pt x="1138080" y="3290658"/>
                    <a:pt x="1140620" y="2482938"/>
                    <a:pt x="1136810" y="2156548"/>
                  </a:cubicBezTo>
                  <a:cubicBezTo>
                    <a:pt x="1134270" y="1991448"/>
                    <a:pt x="1135540" y="1934298"/>
                    <a:pt x="1124110" y="1784438"/>
                  </a:cubicBezTo>
                  <a:cubicBezTo>
                    <a:pt x="1107600" y="1550758"/>
                    <a:pt x="1050450" y="1169758"/>
                    <a:pt x="1023780" y="894168"/>
                  </a:cubicBezTo>
                  <a:cubicBezTo>
                    <a:pt x="1002190" y="656678"/>
                    <a:pt x="978060" y="372198"/>
                    <a:pt x="971710" y="228688"/>
                  </a:cubicBezTo>
                  <a:cubicBezTo>
                    <a:pt x="969170" y="161378"/>
                    <a:pt x="965360" y="116928"/>
                    <a:pt x="972980" y="80098"/>
                  </a:cubicBezTo>
                  <a:cubicBezTo>
                    <a:pt x="976790" y="57238"/>
                    <a:pt x="979330" y="39458"/>
                    <a:pt x="992030" y="26758"/>
                  </a:cubicBezTo>
                  <a:cubicBezTo>
                    <a:pt x="1007270" y="11518"/>
                    <a:pt x="1041560" y="-1182"/>
                    <a:pt x="1061880" y="88"/>
                  </a:cubicBezTo>
                  <a:cubicBezTo>
                    <a:pt x="1080930" y="1358"/>
                    <a:pt x="1101250" y="14058"/>
                    <a:pt x="1112680" y="26758"/>
                  </a:cubicBezTo>
                  <a:cubicBezTo>
                    <a:pt x="1124110" y="39458"/>
                    <a:pt x="1133000" y="80098"/>
                    <a:pt x="1133000" y="8009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5844838" y="6117908"/>
            <a:ext cx="1131570" cy="2760345"/>
            <a:chOff x="0" y="0"/>
            <a:chExt cx="1508760" cy="3680460"/>
          </a:xfrm>
        </p:grpSpPr>
        <p:sp>
          <p:nvSpPr>
            <p:cNvPr id="24" name="Freeform 24"/>
            <p:cNvSpPr/>
            <p:nvPr/>
          </p:nvSpPr>
          <p:spPr>
            <a:xfrm>
              <a:off x="50324" y="49351"/>
              <a:ext cx="1409521" cy="3580447"/>
            </a:xfrm>
            <a:custGeom>
              <a:avLst/>
              <a:gdLst/>
              <a:ahLst/>
              <a:cxnLst/>
              <a:rect l="l" t="t" r="r" b="b"/>
              <a:pathLst>
                <a:path w="1409521" h="3580447">
                  <a:moveTo>
                    <a:pt x="169386" y="59869"/>
                  </a:moveTo>
                  <a:cubicBezTo>
                    <a:pt x="419576" y="603429"/>
                    <a:pt x="687546" y="1037769"/>
                    <a:pt x="763746" y="1197789"/>
                  </a:cubicBezTo>
                  <a:cubicBezTo>
                    <a:pt x="794226" y="1262559"/>
                    <a:pt x="800576" y="1281609"/>
                    <a:pt x="819626" y="1338759"/>
                  </a:cubicBezTo>
                  <a:cubicBezTo>
                    <a:pt x="850106" y="1428929"/>
                    <a:pt x="876776" y="1558469"/>
                    <a:pt x="919956" y="1685469"/>
                  </a:cubicBezTo>
                  <a:cubicBezTo>
                    <a:pt x="974566" y="1845489"/>
                    <a:pt x="1067276" y="2046149"/>
                    <a:pt x="1130776" y="2218869"/>
                  </a:cubicBezTo>
                  <a:cubicBezTo>
                    <a:pt x="1190466" y="2378889"/>
                    <a:pt x="1250156" y="2540179"/>
                    <a:pt x="1293336" y="2684959"/>
                  </a:cubicBezTo>
                  <a:cubicBezTo>
                    <a:pt x="1331436" y="2805609"/>
                    <a:pt x="1368266" y="2922449"/>
                    <a:pt x="1382236" y="3025319"/>
                  </a:cubicBezTo>
                  <a:cubicBezTo>
                    <a:pt x="1392396" y="3109139"/>
                    <a:pt x="1377156" y="3192959"/>
                    <a:pt x="1383506" y="3253919"/>
                  </a:cubicBezTo>
                  <a:cubicBezTo>
                    <a:pt x="1388586" y="3295829"/>
                    <a:pt x="1401286" y="3321229"/>
                    <a:pt x="1405096" y="3356789"/>
                  </a:cubicBezTo>
                  <a:cubicBezTo>
                    <a:pt x="1408906" y="3393619"/>
                    <a:pt x="1411446" y="3441879"/>
                    <a:pt x="1407636" y="3474899"/>
                  </a:cubicBezTo>
                  <a:cubicBezTo>
                    <a:pt x="1403826" y="3499029"/>
                    <a:pt x="1398746" y="3520619"/>
                    <a:pt x="1386046" y="3538399"/>
                  </a:cubicBezTo>
                  <a:cubicBezTo>
                    <a:pt x="1374616" y="3554909"/>
                    <a:pt x="1351756" y="3570149"/>
                    <a:pt x="1331436" y="3576499"/>
                  </a:cubicBezTo>
                  <a:cubicBezTo>
                    <a:pt x="1312386" y="3581579"/>
                    <a:pt x="1283176" y="3577769"/>
                    <a:pt x="1265396" y="3572689"/>
                  </a:cubicBezTo>
                  <a:cubicBezTo>
                    <a:pt x="1253966" y="3568879"/>
                    <a:pt x="1246346" y="3565069"/>
                    <a:pt x="1236186" y="3556179"/>
                  </a:cubicBezTo>
                  <a:cubicBezTo>
                    <a:pt x="1223486" y="3543479"/>
                    <a:pt x="1206976" y="3516809"/>
                    <a:pt x="1201896" y="3499029"/>
                  </a:cubicBezTo>
                  <a:cubicBezTo>
                    <a:pt x="1198086" y="3487599"/>
                    <a:pt x="1196816" y="3478709"/>
                    <a:pt x="1199356" y="3466009"/>
                  </a:cubicBezTo>
                  <a:cubicBezTo>
                    <a:pt x="1203166" y="3448229"/>
                    <a:pt x="1212056" y="3420289"/>
                    <a:pt x="1227296" y="3405049"/>
                  </a:cubicBezTo>
                  <a:cubicBezTo>
                    <a:pt x="1241266" y="3389809"/>
                    <a:pt x="1267936" y="3378379"/>
                    <a:pt x="1285716" y="3373299"/>
                  </a:cubicBezTo>
                  <a:cubicBezTo>
                    <a:pt x="1297146" y="3370759"/>
                    <a:pt x="1307306" y="3372029"/>
                    <a:pt x="1318736" y="3373299"/>
                  </a:cubicBezTo>
                  <a:cubicBezTo>
                    <a:pt x="1330166" y="3374569"/>
                    <a:pt x="1340326" y="3377109"/>
                    <a:pt x="1350486" y="3383459"/>
                  </a:cubicBezTo>
                  <a:cubicBezTo>
                    <a:pt x="1365726" y="3393619"/>
                    <a:pt x="1388586" y="3412669"/>
                    <a:pt x="1397476" y="3431719"/>
                  </a:cubicBezTo>
                  <a:cubicBezTo>
                    <a:pt x="1406366" y="3450769"/>
                    <a:pt x="1408906" y="3476169"/>
                    <a:pt x="1405096" y="3497759"/>
                  </a:cubicBezTo>
                  <a:cubicBezTo>
                    <a:pt x="1400016" y="3518079"/>
                    <a:pt x="1387316" y="3540939"/>
                    <a:pt x="1370806" y="3554909"/>
                  </a:cubicBezTo>
                  <a:cubicBezTo>
                    <a:pt x="1355566" y="3568879"/>
                    <a:pt x="1330166" y="3577769"/>
                    <a:pt x="1309846" y="3580309"/>
                  </a:cubicBezTo>
                  <a:cubicBezTo>
                    <a:pt x="1289526" y="3581579"/>
                    <a:pt x="1262856" y="3573959"/>
                    <a:pt x="1245076" y="3562529"/>
                  </a:cubicBezTo>
                  <a:cubicBezTo>
                    <a:pt x="1228566" y="3551099"/>
                    <a:pt x="1214596" y="3535859"/>
                    <a:pt x="1204436" y="3510459"/>
                  </a:cubicBezTo>
                  <a:cubicBezTo>
                    <a:pt x="1185386" y="3460929"/>
                    <a:pt x="1186656" y="3349169"/>
                    <a:pt x="1182846" y="3266619"/>
                  </a:cubicBezTo>
                  <a:cubicBezTo>
                    <a:pt x="1177766" y="3184069"/>
                    <a:pt x="1185386" y="3079929"/>
                    <a:pt x="1179036" y="3015159"/>
                  </a:cubicBezTo>
                  <a:cubicBezTo>
                    <a:pt x="1175226" y="2973249"/>
                    <a:pt x="1171416" y="2956739"/>
                    <a:pt x="1161256" y="2913559"/>
                  </a:cubicBezTo>
                  <a:cubicBezTo>
                    <a:pt x="1140936" y="2829739"/>
                    <a:pt x="1095216" y="2696389"/>
                    <a:pt x="1046956" y="2551609"/>
                  </a:cubicBezTo>
                  <a:cubicBezTo>
                    <a:pt x="973296" y="2333169"/>
                    <a:pt x="829786" y="1971219"/>
                    <a:pt x="753586" y="1737539"/>
                  </a:cubicBezTo>
                  <a:cubicBezTo>
                    <a:pt x="695166" y="1562279"/>
                    <a:pt x="690086" y="1451789"/>
                    <a:pt x="616426" y="1276529"/>
                  </a:cubicBezTo>
                  <a:cubicBezTo>
                    <a:pt x="504666" y="1012369"/>
                    <a:pt x="187166" y="545009"/>
                    <a:pt x="89376" y="337999"/>
                  </a:cubicBezTo>
                  <a:cubicBezTo>
                    <a:pt x="43656" y="240209"/>
                    <a:pt x="14446" y="160199"/>
                    <a:pt x="4286" y="114479"/>
                  </a:cubicBezTo>
                  <a:cubicBezTo>
                    <a:pt x="476" y="95429"/>
                    <a:pt x="-794" y="86539"/>
                    <a:pt x="476" y="72569"/>
                  </a:cubicBezTo>
                  <a:cubicBezTo>
                    <a:pt x="3016" y="59869"/>
                    <a:pt x="8096" y="45899"/>
                    <a:pt x="16986" y="34469"/>
                  </a:cubicBezTo>
                  <a:cubicBezTo>
                    <a:pt x="28416" y="20499"/>
                    <a:pt x="51276" y="5259"/>
                    <a:pt x="69056" y="1449"/>
                  </a:cubicBezTo>
                  <a:cubicBezTo>
                    <a:pt x="88106" y="-2361"/>
                    <a:pt x="113506" y="1449"/>
                    <a:pt x="130016" y="11609"/>
                  </a:cubicBezTo>
                  <a:cubicBezTo>
                    <a:pt x="147796" y="20499"/>
                    <a:pt x="169386" y="59869"/>
                    <a:pt x="169386" y="59869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4989493" y="4602480"/>
            <a:ext cx="1699260" cy="400050"/>
            <a:chOff x="0" y="0"/>
            <a:chExt cx="2265680" cy="533400"/>
          </a:xfrm>
        </p:grpSpPr>
        <p:sp>
          <p:nvSpPr>
            <p:cNvPr id="26" name="Freeform 26"/>
            <p:cNvSpPr/>
            <p:nvPr/>
          </p:nvSpPr>
          <p:spPr>
            <a:xfrm>
              <a:off x="49351" y="50800"/>
              <a:ext cx="2165690" cy="436646"/>
            </a:xfrm>
            <a:custGeom>
              <a:avLst/>
              <a:gdLst/>
              <a:ahLst/>
              <a:cxnLst/>
              <a:rect l="l" t="t" r="r" b="b"/>
              <a:pathLst>
                <a:path w="2165690" h="436646">
                  <a:moveTo>
                    <a:pt x="99239" y="0"/>
                  </a:moveTo>
                  <a:cubicBezTo>
                    <a:pt x="517069" y="55880"/>
                    <a:pt x="792659" y="120650"/>
                    <a:pt x="959029" y="148590"/>
                  </a:cubicBezTo>
                  <a:cubicBezTo>
                    <a:pt x="1074599" y="168910"/>
                    <a:pt x="1166039" y="184150"/>
                    <a:pt x="1254939" y="191770"/>
                  </a:cubicBezTo>
                  <a:cubicBezTo>
                    <a:pt x="1327329" y="198120"/>
                    <a:pt x="1376859" y="191770"/>
                    <a:pt x="1450519" y="196850"/>
                  </a:cubicBezTo>
                  <a:cubicBezTo>
                    <a:pt x="1549579" y="203200"/>
                    <a:pt x="1681659" y="227330"/>
                    <a:pt x="1792149" y="233680"/>
                  </a:cubicBezTo>
                  <a:cubicBezTo>
                    <a:pt x="1896289" y="240030"/>
                    <a:pt x="2039799" y="217170"/>
                    <a:pt x="2098219" y="236220"/>
                  </a:cubicBezTo>
                  <a:cubicBezTo>
                    <a:pt x="2123619" y="245110"/>
                    <a:pt x="2137589" y="259080"/>
                    <a:pt x="2149019" y="275590"/>
                  </a:cubicBezTo>
                  <a:cubicBezTo>
                    <a:pt x="2160449" y="292100"/>
                    <a:pt x="2166799" y="317500"/>
                    <a:pt x="2165529" y="336550"/>
                  </a:cubicBezTo>
                  <a:cubicBezTo>
                    <a:pt x="2164259" y="356870"/>
                    <a:pt x="2155369" y="381000"/>
                    <a:pt x="2142669" y="396240"/>
                  </a:cubicBezTo>
                  <a:cubicBezTo>
                    <a:pt x="2128699" y="411480"/>
                    <a:pt x="2103299" y="424180"/>
                    <a:pt x="2086789" y="429260"/>
                  </a:cubicBezTo>
                  <a:cubicBezTo>
                    <a:pt x="2075359" y="433070"/>
                    <a:pt x="2065199" y="433070"/>
                    <a:pt x="2055039" y="431800"/>
                  </a:cubicBezTo>
                  <a:cubicBezTo>
                    <a:pt x="2044879" y="430530"/>
                    <a:pt x="2034719" y="429260"/>
                    <a:pt x="2023289" y="422910"/>
                  </a:cubicBezTo>
                  <a:cubicBezTo>
                    <a:pt x="2008049" y="414020"/>
                    <a:pt x="1986459" y="396240"/>
                    <a:pt x="1977569" y="378460"/>
                  </a:cubicBezTo>
                  <a:cubicBezTo>
                    <a:pt x="1967409" y="360680"/>
                    <a:pt x="1964869" y="332740"/>
                    <a:pt x="1966139" y="314960"/>
                  </a:cubicBezTo>
                  <a:cubicBezTo>
                    <a:pt x="1967409" y="303530"/>
                    <a:pt x="1969949" y="294640"/>
                    <a:pt x="1977569" y="284480"/>
                  </a:cubicBezTo>
                  <a:cubicBezTo>
                    <a:pt x="1986459" y="270510"/>
                    <a:pt x="2005509" y="248920"/>
                    <a:pt x="2023289" y="240030"/>
                  </a:cubicBezTo>
                  <a:cubicBezTo>
                    <a:pt x="2042339" y="232410"/>
                    <a:pt x="2067739" y="229870"/>
                    <a:pt x="2086789" y="233680"/>
                  </a:cubicBezTo>
                  <a:cubicBezTo>
                    <a:pt x="2107109" y="237490"/>
                    <a:pt x="2129969" y="254000"/>
                    <a:pt x="2142669" y="266700"/>
                  </a:cubicBezTo>
                  <a:cubicBezTo>
                    <a:pt x="2150289" y="275590"/>
                    <a:pt x="2155369" y="283210"/>
                    <a:pt x="2159179" y="294640"/>
                  </a:cubicBezTo>
                  <a:cubicBezTo>
                    <a:pt x="2164259" y="311150"/>
                    <a:pt x="2168069" y="339090"/>
                    <a:pt x="2162989" y="358140"/>
                  </a:cubicBezTo>
                  <a:cubicBezTo>
                    <a:pt x="2156639" y="378460"/>
                    <a:pt x="2142669" y="398780"/>
                    <a:pt x="2126159" y="411480"/>
                  </a:cubicBezTo>
                  <a:cubicBezTo>
                    <a:pt x="2110919" y="424180"/>
                    <a:pt x="2094409" y="427990"/>
                    <a:pt x="2065199" y="431800"/>
                  </a:cubicBezTo>
                  <a:cubicBezTo>
                    <a:pt x="1999159" y="441960"/>
                    <a:pt x="1837869" y="434340"/>
                    <a:pt x="1731189" y="425450"/>
                  </a:cubicBezTo>
                  <a:cubicBezTo>
                    <a:pt x="1633399" y="417830"/>
                    <a:pt x="1531799" y="392430"/>
                    <a:pt x="1449249" y="384810"/>
                  </a:cubicBezTo>
                  <a:cubicBezTo>
                    <a:pt x="1384479" y="379730"/>
                    <a:pt x="1351459" y="387350"/>
                    <a:pt x="1276529" y="381000"/>
                  </a:cubicBezTo>
                  <a:cubicBezTo>
                    <a:pt x="1134289" y="365760"/>
                    <a:pt x="816789" y="306070"/>
                    <a:pt x="663119" y="274320"/>
                  </a:cubicBezTo>
                  <a:cubicBezTo>
                    <a:pt x="567869" y="254000"/>
                    <a:pt x="519609" y="232410"/>
                    <a:pt x="433249" y="218440"/>
                  </a:cubicBezTo>
                  <a:cubicBezTo>
                    <a:pt x="325299" y="199390"/>
                    <a:pt x="127179" y="207010"/>
                    <a:pt x="62409" y="180340"/>
                  </a:cubicBezTo>
                  <a:cubicBezTo>
                    <a:pt x="35739" y="168910"/>
                    <a:pt x="21769" y="156210"/>
                    <a:pt x="11609" y="138430"/>
                  </a:cubicBezTo>
                  <a:cubicBezTo>
                    <a:pt x="1449" y="120650"/>
                    <a:pt x="-2361" y="93980"/>
                    <a:pt x="1449" y="73660"/>
                  </a:cubicBezTo>
                  <a:cubicBezTo>
                    <a:pt x="6529" y="53340"/>
                    <a:pt x="20499" y="30480"/>
                    <a:pt x="37009" y="19050"/>
                  </a:cubicBezTo>
                  <a:cubicBezTo>
                    <a:pt x="53519" y="6350"/>
                    <a:pt x="99239" y="0"/>
                    <a:pt x="99239" y="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3189268" y="2994660"/>
            <a:ext cx="2069783" cy="1891665"/>
            <a:chOff x="0" y="0"/>
            <a:chExt cx="2759710" cy="2522220"/>
          </a:xfrm>
        </p:grpSpPr>
        <p:sp>
          <p:nvSpPr>
            <p:cNvPr id="28" name="Freeform 28"/>
            <p:cNvSpPr/>
            <p:nvPr/>
          </p:nvSpPr>
          <p:spPr>
            <a:xfrm>
              <a:off x="49030" y="50720"/>
              <a:ext cx="2658912" cy="2422694"/>
            </a:xfrm>
            <a:custGeom>
              <a:avLst/>
              <a:gdLst/>
              <a:ahLst/>
              <a:cxnLst/>
              <a:rect l="l" t="t" r="r" b="b"/>
              <a:pathLst>
                <a:path w="2658912" h="2422694">
                  <a:moveTo>
                    <a:pt x="2485890" y="2352120"/>
                  </a:moveTo>
                  <a:cubicBezTo>
                    <a:pt x="2426200" y="2075260"/>
                    <a:pt x="2308090" y="1680290"/>
                    <a:pt x="2223000" y="1445340"/>
                  </a:cubicBezTo>
                  <a:cubicBezTo>
                    <a:pt x="2150610" y="1244680"/>
                    <a:pt x="2079490" y="1088470"/>
                    <a:pt x="1991860" y="895430"/>
                  </a:cubicBezTo>
                  <a:cubicBezTo>
                    <a:pt x="1892800" y="676990"/>
                    <a:pt x="1758180" y="280750"/>
                    <a:pt x="1657850" y="205820"/>
                  </a:cubicBezTo>
                  <a:cubicBezTo>
                    <a:pt x="1619750" y="177880"/>
                    <a:pt x="1586730" y="182960"/>
                    <a:pt x="1549900" y="188040"/>
                  </a:cubicBezTo>
                  <a:cubicBezTo>
                    <a:pt x="1509260" y="193120"/>
                    <a:pt x="1476240" y="218520"/>
                    <a:pt x="1425440" y="241380"/>
                  </a:cubicBezTo>
                  <a:cubicBezTo>
                    <a:pt x="1344160" y="278210"/>
                    <a:pt x="1217160" y="346790"/>
                    <a:pt x="1110480" y="393780"/>
                  </a:cubicBezTo>
                  <a:cubicBezTo>
                    <a:pt x="1003800" y="440770"/>
                    <a:pt x="906010" y="469980"/>
                    <a:pt x="785360" y="522050"/>
                  </a:cubicBezTo>
                  <a:cubicBezTo>
                    <a:pt x="630420" y="590630"/>
                    <a:pt x="382770" y="710010"/>
                    <a:pt x="264660" y="779860"/>
                  </a:cubicBezTo>
                  <a:cubicBezTo>
                    <a:pt x="198620" y="817960"/>
                    <a:pt x="157980" y="870030"/>
                    <a:pt x="117340" y="878920"/>
                  </a:cubicBezTo>
                  <a:cubicBezTo>
                    <a:pt x="93210" y="884000"/>
                    <a:pt x="72890" y="878920"/>
                    <a:pt x="55110" y="868760"/>
                  </a:cubicBezTo>
                  <a:cubicBezTo>
                    <a:pt x="37330" y="859870"/>
                    <a:pt x="19550" y="842090"/>
                    <a:pt x="10660" y="824310"/>
                  </a:cubicBezTo>
                  <a:cubicBezTo>
                    <a:pt x="1770" y="805260"/>
                    <a:pt x="-770" y="779860"/>
                    <a:pt x="3040" y="760810"/>
                  </a:cubicBezTo>
                  <a:cubicBezTo>
                    <a:pt x="6850" y="740490"/>
                    <a:pt x="23360" y="717630"/>
                    <a:pt x="34790" y="706200"/>
                  </a:cubicBezTo>
                  <a:cubicBezTo>
                    <a:pt x="43680" y="697310"/>
                    <a:pt x="52570" y="693500"/>
                    <a:pt x="62730" y="688420"/>
                  </a:cubicBezTo>
                  <a:cubicBezTo>
                    <a:pt x="72890" y="684610"/>
                    <a:pt x="81780" y="682070"/>
                    <a:pt x="94480" y="682070"/>
                  </a:cubicBezTo>
                  <a:cubicBezTo>
                    <a:pt x="110990" y="682070"/>
                    <a:pt x="138930" y="687150"/>
                    <a:pt x="155440" y="697310"/>
                  </a:cubicBezTo>
                  <a:cubicBezTo>
                    <a:pt x="171950" y="708740"/>
                    <a:pt x="187190" y="729060"/>
                    <a:pt x="194810" y="748110"/>
                  </a:cubicBezTo>
                  <a:cubicBezTo>
                    <a:pt x="201160" y="767160"/>
                    <a:pt x="201160" y="792560"/>
                    <a:pt x="194810" y="811610"/>
                  </a:cubicBezTo>
                  <a:cubicBezTo>
                    <a:pt x="188460" y="830660"/>
                    <a:pt x="170680" y="852250"/>
                    <a:pt x="156710" y="862410"/>
                  </a:cubicBezTo>
                  <a:cubicBezTo>
                    <a:pt x="147820" y="870030"/>
                    <a:pt x="137660" y="873840"/>
                    <a:pt x="127500" y="876380"/>
                  </a:cubicBezTo>
                  <a:cubicBezTo>
                    <a:pt x="117340" y="878920"/>
                    <a:pt x="108450" y="881460"/>
                    <a:pt x="95750" y="880190"/>
                  </a:cubicBezTo>
                  <a:cubicBezTo>
                    <a:pt x="79240" y="877650"/>
                    <a:pt x="52570" y="870030"/>
                    <a:pt x="37330" y="857330"/>
                  </a:cubicBezTo>
                  <a:cubicBezTo>
                    <a:pt x="20820" y="844630"/>
                    <a:pt x="8120" y="819230"/>
                    <a:pt x="3040" y="803990"/>
                  </a:cubicBezTo>
                  <a:cubicBezTo>
                    <a:pt x="-770" y="791290"/>
                    <a:pt x="-770" y="783670"/>
                    <a:pt x="1770" y="770970"/>
                  </a:cubicBezTo>
                  <a:cubicBezTo>
                    <a:pt x="4310" y="754460"/>
                    <a:pt x="11930" y="731600"/>
                    <a:pt x="27170" y="713820"/>
                  </a:cubicBezTo>
                  <a:cubicBezTo>
                    <a:pt x="47490" y="688420"/>
                    <a:pt x="76700" y="671910"/>
                    <a:pt x="124960" y="642700"/>
                  </a:cubicBezTo>
                  <a:cubicBezTo>
                    <a:pt x="239260" y="572850"/>
                    <a:pt x="542790" y="420450"/>
                    <a:pt x="724400" y="337900"/>
                  </a:cubicBezTo>
                  <a:cubicBezTo>
                    <a:pt x="870450" y="270590"/>
                    <a:pt x="1029200" y="208360"/>
                    <a:pt x="1128260" y="172800"/>
                  </a:cubicBezTo>
                  <a:cubicBezTo>
                    <a:pt x="1182870" y="153750"/>
                    <a:pt x="1213350" y="152480"/>
                    <a:pt x="1260340" y="133430"/>
                  </a:cubicBezTo>
                  <a:cubicBezTo>
                    <a:pt x="1320030" y="108030"/>
                    <a:pt x="1394960" y="52150"/>
                    <a:pt x="1453380" y="29290"/>
                  </a:cubicBezTo>
                  <a:cubicBezTo>
                    <a:pt x="1497830" y="12780"/>
                    <a:pt x="1533390" y="-1190"/>
                    <a:pt x="1576570" y="80"/>
                  </a:cubicBezTo>
                  <a:cubicBezTo>
                    <a:pt x="1623560" y="80"/>
                    <a:pt x="1688330" y="11510"/>
                    <a:pt x="1726430" y="38180"/>
                  </a:cubicBezTo>
                  <a:cubicBezTo>
                    <a:pt x="1760720" y="61040"/>
                    <a:pt x="1768340" y="88980"/>
                    <a:pt x="1798820" y="139780"/>
                  </a:cubicBezTo>
                  <a:cubicBezTo>
                    <a:pt x="1873750" y="265510"/>
                    <a:pt x="2046470" y="636350"/>
                    <a:pt x="2139180" y="830660"/>
                  </a:cubicBezTo>
                  <a:cubicBezTo>
                    <a:pt x="2206490" y="971630"/>
                    <a:pt x="2258560" y="1071960"/>
                    <a:pt x="2306820" y="1195150"/>
                  </a:cubicBezTo>
                  <a:cubicBezTo>
                    <a:pt x="2355080" y="1314530"/>
                    <a:pt x="2388100" y="1425020"/>
                    <a:pt x="2432550" y="1557100"/>
                  </a:cubicBezTo>
                  <a:cubicBezTo>
                    <a:pt x="2484620" y="1713310"/>
                    <a:pt x="2562090" y="1933020"/>
                    <a:pt x="2601460" y="2073990"/>
                  </a:cubicBezTo>
                  <a:cubicBezTo>
                    <a:pt x="2628130" y="2170510"/>
                    <a:pt x="2657340" y="2265760"/>
                    <a:pt x="2658610" y="2320370"/>
                  </a:cubicBezTo>
                  <a:cubicBezTo>
                    <a:pt x="2659880" y="2347040"/>
                    <a:pt x="2657340" y="2364820"/>
                    <a:pt x="2647180" y="2381330"/>
                  </a:cubicBezTo>
                  <a:cubicBezTo>
                    <a:pt x="2637020" y="2397840"/>
                    <a:pt x="2616700" y="2414350"/>
                    <a:pt x="2598920" y="2419430"/>
                  </a:cubicBezTo>
                  <a:cubicBezTo>
                    <a:pt x="2579870" y="2425780"/>
                    <a:pt x="2553200" y="2421970"/>
                    <a:pt x="2536690" y="2415620"/>
                  </a:cubicBezTo>
                  <a:cubicBezTo>
                    <a:pt x="2522720" y="2410540"/>
                    <a:pt x="2511290" y="2400380"/>
                    <a:pt x="2503670" y="2390220"/>
                  </a:cubicBezTo>
                  <a:cubicBezTo>
                    <a:pt x="2494780" y="2378790"/>
                    <a:pt x="2485890" y="2352120"/>
                    <a:pt x="2485890" y="235212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30" name="Freeform 30"/>
          <p:cNvSpPr/>
          <p:nvPr/>
        </p:nvSpPr>
        <p:spPr>
          <a:xfrm>
            <a:off x="12363083" y="462781"/>
            <a:ext cx="1580887" cy="564852"/>
          </a:xfrm>
          <a:custGeom>
            <a:avLst/>
            <a:gdLst/>
            <a:ahLst/>
            <a:cxnLst/>
            <a:rect l="l" t="t" r="r" b="b"/>
            <a:pathLst>
              <a:path w="2107849" h="753137">
                <a:moveTo>
                  <a:pt x="94469" y="424359"/>
                </a:moveTo>
                <a:cubicBezTo>
                  <a:pt x="947909" y="428169"/>
                  <a:pt x="994899" y="428169"/>
                  <a:pt x="1082529" y="439599"/>
                </a:cubicBezTo>
                <a:cubicBezTo>
                  <a:pt x="1195559" y="453569"/>
                  <a:pt x="1333989" y="492939"/>
                  <a:pt x="1469879" y="510719"/>
                </a:cubicBezTo>
                <a:cubicBezTo>
                  <a:pt x="1615929" y="529769"/>
                  <a:pt x="1826749" y="532309"/>
                  <a:pt x="1930889" y="546279"/>
                </a:cubicBezTo>
                <a:cubicBezTo>
                  <a:pt x="1984229" y="552629"/>
                  <a:pt x="2022329" y="551359"/>
                  <a:pt x="2051539" y="567869"/>
                </a:cubicBezTo>
                <a:cubicBezTo>
                  <a:pt x="2073129" y="579299"/>
                  <a:pt x="2090909" y="598349"/>
                  <a:pt x="2099799" y="616129"/>
                </a:cubicBezTo>
                <a:cubicBezTo>
                  <a:pt x="2107419" y="630099"/>
                  <a:pt x="2108689" y="646609"/>
                  <a:pt x="2107419" y="660579"/>
                </a:cubicBezTo>
                <a:cubicBezTo>
                  <a:pt x="2106149" y="675819"/>
                  <a:pt x="2103609" y="692329"/>
                  <a:pt x="2093449" y="705029"/>
                </a:cubicBezTo>
                <a:cubicBezTo>
                  <a:pt x="2082019" y="721539"/>
                  <a:pt x="2060429" y="740589"/>
                  <a:pt x="2040109" y="746939"/>
                </a:cubicBezTo>
                <a:cubicBezTo>
                  <a:pt x="2019789" y="753289"/>
                  <a:pt x="1994389" y="758369"/>
                  <a:pt x="1971529" y="743129"/>
                </a:cubicBezTo>
                <a:cubicBezTo>
                  <a:pt x="1916919" y="705029"/>
                  <a:pt x="1872469" y="470079"/>
                  <a:pt x="1811509" y="377369"/>
                </a:cubicBezTo>
                <a:cubicBezTo>
                  <a:pt x="1767059" y="308789"/>
                  <a:pt x="1701019" y="268149"/>
                  <a:pt x="1666729" y="219889"/>
                </a:cubicBezTo>
                <a:cubicBezTo>
                  <a:pt x="1641329" y="184329"/>
                  <a:pt x="1617199" y="151309"/>
                  <a:pt x="1610849" y="120829"/>
                </a:cubicBezTo>
                <a:cubicBezTo>
                  <a:pt x="1605769" y="97969"/>
                  <a:pt x="1609579" y="75109"/>
                  <a:pt x="1618469" y="57329"/>
                </a:cubicBezTo>
                <a:cubicBezTo>
                  <a:pt x="1627359" y="38279"/>
                  <a:pt x="1645139" y="20499"/>
                  <a:pt x="1662919" y="11609"/>
                </a:cubicBezTo>
                <a:cubicBezTo>
                  <a:pt x="1681969" y="1449"/>
                  <a:pt x="1707369" y="-2361"/>
                  <a:pt x="1727689" y="1449"/>
                </a:cubicBezTo>
                <a:cubicBezTo>
                  <a:pt x="1746739" y="5259"/>
                  <a:pt x="1770869" y="20499"/>
                  <a:pt x="1783569" y="31929"/>
                </a:cubicBezTo>
                <a:cubicBezTo>
                  <a:pt x="1792459" y="40819"/>
                  <a:pt x="1797539" y="48439"/>
                  <a:pt x="1801349" y="59869"/>
                </a:cubicBezTo>
                <a:cubicBezTo>
                  <a:pt x="1807699" y="76379"/>
                  <a:pt x="1812779" y="104319"/>
                  <a:pt x="1807699" y="123369"/>
                </a:cubicBezTo>
                <a:cubicBezTo>
                  <a:pt x="1802619" y="143689"/>
                  <a:pt x="1786109" y="166549"/>
                  <a:pt x="1773409" y="177979"/>
                </a:cubicBezTo>
                <a:cubicBezTo>
                  <a:pt x="1764519" y="186869"/>
                  <a:pt x="1756899" y="190679"/>
                  <a:pt x="1745469" y="194489"/>
                </a:cubicBezTo>
                <a:cubicBezTo>
                  <a:pt x="1728959" y="199569"/>
                  <a:pt x="1698479" y="200839"/>
                  <a:pt x="1681969" y="197029"/>
                </a:cubicBezTo>
                <a:cubicBezTo>
                  <a:pt x="1669269" y="194489"/>
                  <a:pt x="1661649" y="190679"/>
                  <a:pt x="1651489" y="183059"/>
                </a:cubicBezTo>
                <a:cubicBezTo>
                  <a:pt x="1638789" y="172899"/>
                  <a:pt x="1619739" y="151309"/>
                  <a:pt x="1613389" y="130989"/>
                </a:cubicBezTo>
                <a:cubicBezTo>
                  <a:pt x="1607039" y="111939"/>
                  <a:pt x="1609579" y="83999"/>
                  <a:pt x="1614659" y="67489"/>
                </a:cubicBezTo>
                <a:cubicBezTo>
                  <a:pt x="1617199" y="54789"/>
                  <a:pt x="1623549" y="47169"/>
                  <a:pt x="1629899" y="38279"/>
                </a:cubicBezTo>
                <a:cubicBezTo>
                  <a:pt x="1636249" y="30659"/>
                  <a:pt x="1643869" y="23039"/>
                  <a:pt x="1654029" y="16689"/>
                </a:cubicBezTo>
                <a:cubicBezTo>
                  <a:pt x="1669269" y="7799"/>
                  <a:pt x="1695939" y="-1091"/>
                  <a:pt x="1716259" y="179"/>
                </a:cubicBezTo>
                <a:cubicBezTo>
                  <a:pt x="1736579" y="1449"/>
                  <a:pt x="1754359" y="9069"/>
                  <a:pt x="1775949" y="24309"/>
                </a:cubicBezTo>
                <a:cubicBezTo>
                  <a:pt x="1816589" y="54789"/>
                  <a:pt x="1885169" y="151309"/>
                  <a:pt x="1923269" y="199569"/>
                </a:cubicBezTo>
                <a:cubicBezTo>
                  <a:pt x="1947399" y="231319"/>
                  <a:pt x="1962639" y="249099"/>
                  <a:pt x="1981689" y="282119"/>
                </a:cubicBezTo>
                <a:cubicBezTo>
                  <a:pt x="2008359" y="326569"/>
                  <a:pt x="2050269" y="391339"/>
                  <a:pt x="2060429" y="442139"/>
                </a:cubicBezTo>
                <a:cubicBezTo>
                  <a:pt x="2069319" y="485319"/>
                  <a:pt x="2040109" y="541199"/>
                  <a:pt x="2051539" y="567869"/>
                </a:cubicBezTo>
                <a:cubicBezTo>
                  <a:pt x="2057889" y="583109"/>
                  <a:pt x="2078209" y="583109"/>
                  <a:pt x="2087099" y="595809"/>
                </a:cubicBezTo>
                <a:cubicBezTo>
                  <a:pt x="2098529" y="612319"/>
                  <a:pt x="2108689" y="640259"/>
                  <a:pt x="2107419" y="660579"/>
                </a:cubicBezTo>
                <a:cubicBezTo>
                  <a:pt x="2106149" y="682169"/>
                  <a:pt x="2092179" y="708839"/>
                  <a:pt x="2079479" y="722809"/>
                </a:cubicBezTo>
                <a:cubicBezTo>
                  <a:pt x="2068049" y="735509"/>
                  <a:pt x="2062969" y="741859"/>
                  <a:pt x="2040109" y="746939"/>
                </a:cubicBezTo>
                <a:cubicBezTo>
                  <a:pt x="1932159" y="769799"/>
                  <a:pt x="1394949" y="645339"/>
                  <a:pt x="1068559" y="622479"/>
                </a:cubicBezTo>
                <a:cubicBezTo>
                  <a:pt x="739629" y="599619"/>
                  <a:pt x="197339" y="650419"/>
                  <a:pt x="71609" y="611049"/>
                </a:cubicBezTo>
                <a:cubicBezTo>
                  <a:pt x="39859" y="600889"/>
                  <a:pt x="28429" y="590729"/>
                  <a:pt x="16999" y="572949"/>
                </a:cubicBezTo>
                <a:cubicBezTo>
                  <a:pt x="5569" y="555169"/>
                  <a:pt x="-2051" y="528499"/>
                  <a:pt x="489" y="508179"/>
                </a:cubicBezTo>
                <a:cubicBezTo>
                  <a:pt x="3029" y="486589"/>
                  <a:pt x="16999" y="462459"/>
                  <a:pt x="32239" y="448489"/>
                </a:cubicBezTo>
                <a:cubicBezTo>
                  <a:pt x="47479" y="434519"/>
                  <a:pt x="94469" y="424359"/>
                  <a:pt x="94469" y="424359"/>
                </a:cubicBezTo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</p:sp>
      <p:grpSp>
        <p:nvGrpSpPr>
          <p:cNvPr id="31" name="Group 31"/>
          <p:cNvGrpSpPr/>
          <p:nvPr/>
        </p:nvGrpSpPr>
        <p:grpSpPr>
          <a:xfrm>
            <a:off x="13461682" y="789622"/>
            <a:ext cx="516255" cy="559118"/>
            <a:chOff x="0" y="0"/>
            <a:chExt cx="688340" cy="745490"/>
          </a:xfrm>
        </p:grpSpPr>
        <p:sp>
          <p:nvSpPr>
            <p:cNvPr id="32" name="Freeform 32"/>
            <p:cNvSpPr/>
            <p:nvPr/>
          </p:nvSpPr>
          <p:spPr>
            <a:xfrm>
              <a:off x="50662" y="47762"/>
              <a:ext cx="586954" cy="648363"/>
            </a:xfrm>
            <a:custGeom>
              <a:avLst/>
              <a:gdLst/>
              <a:ahLst/>
              <a:cxnLst/>
              <a:rect l="l" t="t" r="r" b="b"/>
              <a:pathLst>
                <a:path w="586954" h="648363">
                  <a:moveTo>
                    <a:pt x="572908" y="146548"/>
                  </a:moveTo>
                  <a:cubicBezTo>
                    <a:pt x="343038" y="462778"/>
                    <a:pt x="196988" y="611368"/>
                    <a:pt x="133488" y="639308"/>
                  </a:cubicBezTo>
                  <a:cubicBezTo>
                    <a:pt x="109358" y="650738"/>
                    <a:pt x="92848" y="649468"/>
                    <a:pt x="73798" y="645658"/>
                  </a:cubicBezTo>
                  <a:cubicBezTo>
                    <a:pt x="54748" y="641848"/>
                    <a:pt x="34428" y="629148"/>
                    <a:pt x="22998" y="615178"/>
                  </a:cubicBezTo>
                  <a:cubicBezTo>
                    <a:pt x="10298" y="599938"/>
                    <a:pt x="1408" y="578348"/>
                    <a:pt x="138" y="559298"/>
                  </a:cubicBezTo>
                  <a:cubicBezTo>
                    <a:pt x="-1132" y="540248"/>
                    <a:pt x="6488" y="516118"/>
                    <a:pt x="16648" y="500878"/>
                  </a:cubicBezTo>
                  <a:cubicBezTo>
                    <a:pt x="26808" y="485638"/>
                    <a:pt x="49668" y="471668"/>
                    <a:pt x="64908" y="465318"/>
                  </a:cubicBezTo>
                  <a:cubicBezTo>
                    <a:pt x="75068" y="460238"/>
                    <a:pt x="82688" y="458968"/>
                    <a:pt x="94118" y="460238"/>
                  </a:cubicBezTo>
                  <a:cubicBezTo>
                    <a:pt x="110628" y="461508"/>
                    <a:pt x="138568" y="470398"/>
                    <a:pt x="151268" y="479288"/>
                  </a:cubicBezTo>
                  <a:cubicBezTo>
                    <a:pt x="161428" y="485638"/>
                    <a:pt x="166508" y="491988"/>
                    <a:pt x="172858" y="502148"/>
                  </a:cubicBezTo>
                  <a:cubicBezTo>
                    <a:pt x="180478" y="516118"/>
                    <a:pt x="189368" y="540248"/>
                    <a:pt x="188098" y="559298"/>
                  </a:cubicBezTo>
                  <a:cubicBezTo>
                    <a:pt x="186828" y="578348"/>
                    <a:pt x="177938" y="601208"/>
                    <a:pt x="166508" y="615178"/>
                  </a:cubicBezTo>
                  <a:cubicBezTo>
                    <a:pt x="153808" y="629148"/>
                    <a:pt x="133488" y="641848"/>
                    <a:pt x="114438" y="645658"/>
                  </a:cubicBezTo>
                  <a:cubicBezTo>
                    <a:pt x="95388" y="649468"/>
                    <a:pt x="71258" y="646928"/>
                    <a:pt x="54748" y="639308"/>
                  </a:cubicBezTo>
                  <a:cubicBezTo>
                    <a:pt x="36968" y="631688"/>
                    <a:pt x="20458" y="615178"/>
                    <a:pt x="11568" y="597398"/>
                  </a:cubicBezTo>
                  <a:cubicBezTo>
                    <a:pt x="2678" y="580888"/>
                    <a:pt x="138" y="554218"/>
                    <a:pt x="1408" y="538978"/>
                  </a:cubicBezTo>
                  <a:cubicBezTo>
                    <a:pt x="2678" y="527548"/>
                    <a:pt x="2678" y="522468"/>
                    <a:pt x="11568" y="509768"/>
                  </a:cubicBezTo>
                  <a:cubicBezTo>
                    <a:pt x="39508" y="466588"/>
                    <a:pt x="195718" y="354828"/>
                    <a:pt x="269378" y="268468"/>
                  </a:cubicBezTo>
                  <a:cubicBezTo>
                    <a:pt x="339228" y="188458"/>
                    <a:pt x="395108" y="46218"/>
                    <a:pt x="445908" y="13198"/>
                  </a:cubicBezTo>
                  <a:cubicBezTo>
                    <a:pt x="470038" y="-2042"/>
                    <a:pt x="491628" y="-2042"/>
                    <a:pt x="511948" y="3038"/>
                  </a:cubicBezTo>
                  <a:cubicBezTo>
                    <a:pt x="532268" y="6848"/>
                    <a:pt x="556398" y="24628"/>
                    <a:pt x="569098" y="38598"/>
                  </a:cubicBezTo>
                  <a:cubicBezTo>
                    <a:pt x="579258" y="51298"/>
                    <a:pt x="585608" y="65268"/>
                    <a:pt x="586878" y="80508"/>
                  </a:cubicBezTo>
                  <a:cubicBezTo>
                    <a:pt x="588148" y="99558"/>
                    <a:pt x="572908" y="146548"/>
                    <a:pt x="572908" y="1465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45" name="TextBox 45"/>
          <p:cNvSpPr txBox="1"/>
          <p:nvPr/>
        </p:nvSpPr>
        <p:spPr>
          <a:xfrm rot="19878507">
            <a:off x="8838348" y="2687923"/>
            <a:ext cx="4328210" cy="1509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ANLAT!</a:t>
            </a:r>
          </a:p>
        </p:txBody>
      </p:sp>
      <p:sp>
        <p:nvSpPr>
          <p:cNvPr id="49" name="Metin kutusu 48">
            <a:extLst>
              <a:ext uri="{FF2B5EF4-FFF2-40B4-BE49-F238E27FC236}">
                <a16:creationId xmlns:a16="http://schemas.microsoft.com/office/drawing/2014/main" id="{78729F71-8F30-2FA8-94A4-D0FB7FD1C224}"/>
              </a:ext>
            </a:extLst>
          </p:cNvPr>
          <p:cNvSpPr txBox="1"/>
          <p:nvPr/>
        </p:nvSpPr>
        <p:spPr>
          <a:xfrm>
            <a:off x="9829800" y="50277"/>
            <a:ext cx="925157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96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SİZ</a:t>
            </a:r>
            <a:endParaRPr lang="tr-TR" sz="9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5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4569" y="603504"/>
            <a:ext cx="18288000" cy="755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92"/>
              </a:lnSpc>
            </a:pPr>
            <a:r>
              <a:rPr lang="en-US" sz="4351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KESİNLİKLE HİÇ BİR BASKI ALTINDA KALMADAN ANLATIYORUM: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26882" y="1878076"/>
            <a:ext cx="14903373" cy="1451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38"/>
              </a:lnSpc>
            </a:pPr>
            <a:r>
              <a:rPr lang="en-US" sz="8313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any hiç demek. some da biraz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11399" y="6155481"/>
            <a:ext cx="16427202" cy="1604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az</a:t>
            </a:r>
            <a:r>
              <a:rPr lang="en-US" sz="92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9200" b="1" dirty="0" err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önceki</a:t>
            </a:r>
            <a:r>
              <a:rPr lang="en-US" sz="92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 </a:t>
            </a:r>
            <a:r>
              <a:rPr lang="en-US" sz="9200" b="1" dirty="0" err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sayfanın</a:t>
            </a:r>
            <a:r>
              <a:rPr lang="en-US" sz="92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9200" b="1" dirty="0" err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basit</a:t>
            </a:r>
            <a:r>
              <a:rPr lang="en-US" sz="92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9200" b="1" dirty="0" err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hali</a:t>
            </a:r>
            <a:r>
              <a:rPr lang="en-US" sz="92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0" y="7748198"/>
            <a:ext cx="11887200" cy="13214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54"/>
              </a:lnSpc>
            </a:pPr>
            <a:r>
              <a:rPr lang="en-US" sz="8038" b="1" dirty="0" err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ve</a:t>
            </a:r>
            <a:r>
              <a:rPr lang="en-US" sz="8038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038" b="1" dirty="0" err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az</a:t>
            </a:r>
            <a:r>
              <a:rPr lang="en-US" sz="8038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038" b="1" dirty="0" err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önceki</a:t>
            </a:r>
            <a:r>
              <a:rPr lang="en-US" sz="8038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038" b="1" dirty="0" err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sayfa</a:t>
            </a:r>
            <a:r>
              <a:rPr lang="en-US" sz="8038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5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10800000">
            <a:off x="-611610" y="2250927"/>
            <a:ext cx="6001300" cy="0"/>
          </a:xfrm>
          <a:prstGeom prst="line">
            <a:avLst/>
          </a:prstGeom>
          <a:ln w="47625" cap="rnd">
            <a:solidFill>
              <a:srgbClr val="FFFFFF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-10800000">
            <a:off x="12898310" y="2250927"/>
            <a:ext cx="6169615" cy="0"/>
          </a:xfrm>
          <a:prstGeom prst="line">
            <a:avLst/>
          </a:prstGeom>
          <a:ln w="47625" cap="rnd">
            <a:solidFill>
              <a:srgbClr val="FFFFFF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 flipH="1">
            <a:off x="11720733" y="3542321"/>
            <a:ext cx="0" cy="7027214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rot="5400000">
            <a:off x="5848173" y="5175092"/>
            <a:ext cx="14478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6572073" y="3409759"/>
            <a:ext cx="0" cy="6877241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787824" y="3280993"/>
            <a:ext cx="440542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07"/>
              </a:lnSpc>
            </a:pPr>
            <a:r>
              <a:rPr lang="en-US" sz="333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Negative Sentences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87824" y="6869260"/>
            <a:ext cx="4405421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07"/>
              </a:lnSpc>
            </a:pPr>
            <a:r>
              <a:rPr lang="en-US" sz="333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Plural Countables</a:t>
            </a:r>
          </a:p>
          <a:p>
            <a:pPr marL="0" lvl="0" indent="0" algn="ctr">
              <a:lnSpc>
                <a:spcPts val="4007"/>
              </a:lnSpc>
            </a:pPr>
            <a:r>
              <a:rPr lang="en-US" sz="333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Çoğul Sayılabilirler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30149" y="4562587"/>
            <a:ext cx="3720772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7"/>
              </a:lnSpc>
            </a:pPr>
            <a:r>
              <a:rPr lang="en-US" sz="23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 don't have any money. There isn't any milk left.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30149" y="8059885"/>
            <a:ext cx="3720772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7"/>
              </a:lnSpc>
            </a:pPr>
            <a:r>
              <a:rPr lang="en-US" sz="23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Are there any books? I don't see any students.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111183" y="3254258"/>
            <a:ext cx="440542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07"/>
              </a:lnSpc>
            </a:pPr>
            <a:r>
              <a:rPr lang="en-US" sz="333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Questions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53073" y="6668340"/>
            <a:ext cx="440542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07"/>
              </a:lnSpc>
            </a:pPr>
            <a:r>
              <a:rPr lang="en-US" sz="333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"It Doesn't Matter"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67480" y="4347388"/>
            <a:ext cx="3621540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7"/>
              </a:lnSpc>
            </a:pPr>
            <a:r>
              <a:rPr lang="en-US" sz="23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Do you have any questions? Is there any coffee?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347416" y="8220915"/>
            <a:ext cx="3621540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7"/>
              </a:lnSpc>
            </a:pPr>
            <a:r>
              <a:rPr lang="en-US" sz="23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Any color is fine. Take any seat you like.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94828" y="3401177"/>
            <a:ext cx="440542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07"/>
              </a:lnSpc>
            </a:pPr>
            <a:r>
              <a:rPr lang="en-US" sz="333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Uncountable Nouns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794828" y="6668340"/>
            <a:ext cx="440542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07"/>
              </a:lnSpc>
            </a:pPr>
            <a:r>
              <a:rPr lang="en-US" sz="333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Conditional Sentences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082389" y="4589558"/>
            <a:ext cx="4117860" cy="847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29"/>
              </a:lnSpc>
            </a:pPr>
            <a:r>
              <a:rPr lang="en-US" sz="277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 don't need any help. Do you want any water?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395173" y="8108934"/>
            <a:ext cx="3559267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7"/>
              </a:lnSpc>
            </a:pPr>
            <a:r>
              <a:rPr lang="en-US" sz="23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If you have any problems, call me.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581414" y="-20427"/>
            <a:ext cx="7301656" cy="210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262"/>
              </a:lnSpc>
            </a:pPr>
            <a:r>
              <a:rPr lang="en-US" sz="6885" b="1" dirty="0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NE ZAMAN "ANY" I KULLANIRIZ?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674213" y="7211262"/>
            <a:ext cx="2967945" cy="685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2"/>
              </a:lnSpc>
            </a:pPr>
            <a:r>
              <a:rPr lang="en-US" sz="3894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Önemli değil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111183" y="9135315"/>
            <a:ext cx="4112768" cy="950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4"/>
              </a:lnSpc>
              <a:spcBef>
                <a:spcPct val="0"/>
              </a:spcBef>
            </a:pPr>
            <a:r>
              <a:rPr lang="en-US" sz="2078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Herhangi bir renk olur farketmez. istediğin yere oturabilirsin.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500382" y="5526856"/>
            <a:ext cx="2980306" cy="542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18"/>
              </a:lnSpc>
              <a:spcBef>
                <a:spcPct val="0"/>
              </a:spcBef>
            </a:pPr>
            <a:r>
              <a:rPr lang="en-US" sz="1765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hiç param yok. hiç sütüm kalmamış. (bende üzüldüm)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551273" y="9001802"/>
            <a:ext cx="2971910" cy="678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6"/>
              </a:lnSpc>
            </a:pPr>
            <a:r>
              <a:rPr lang="en-US" sz="1919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burada hiç kitap var mı? hiç öğrenci görmedim.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23534" y="3812356"/>
            <a:ext cx="3627387" cy="58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5"/>
              </a:lnSpc>
            </a:pPr>
            <a:r>
              <a:rPr lang="en-US" sz="326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Olumsuz cümleler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09532" y="3682883"/>
            <a:ext cx="1737435" cy="645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9"/>
              </a:lnSpc>
            </a:pPr>
            <a:r>
              <a:rPr lang="en-US" sz="3628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Sorular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165827" y="5494950"/>
            <a:ext cx="2296134" cy="775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9"/>
              </a:lnSpc>
            </a:pPr>
            <a:r>
              <a:rPr lang="en-US" sz="2213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Sorunuz var mı? Kahve var mı?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082389" y="3855447"/>
            <a:ext cx="3830299" cy="56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6"/>
              </a:lnSpc>
            </a:pPr>
            <a:r>
              <a:rPr lang="en-US" sz="3154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Sayılamayan isimler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395173" y="5571596"/>
            <a:ext cx="3204731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9"/>
              </a:lnSpc>
            </a:pPr>
            <a:r>
              <a:rPr lang="en-US" sz="2492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Yardıma ihtiyacım yok. Su ister misin?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919704" y="9150495"/>
            <a:ext cx="2680199" cy="74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2"/>
              </a:lnSpc>
            </a:pPr>
            <a:r>
              <a:rPr lang="en-US" sz="208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Bir problem olursa beni ara.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812969" y="7230312"/>
            <a:ext cx="2640172" cy="522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23"/>
              </a:lnSpc>
            </a:pPr>
            <a:r>
              <a:rPr lang="en-US" sz="2945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Şartlı Cümleler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5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99876" y="4355942"/>
            <a:ext cx="4405421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70"/>
              </a:lnSpc>
            </a:pPr>
            <a:r>
              <a:rPr lang="en-US" sz="3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Positive Sentences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48350" y="7511200"/>
            <a:ext cx="4405421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70"/>
              </a:lnSpc>
            </a:pPr>
            <a:r>
              <a:rPr lang="en-US" sz="3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Offers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63253" y="5422742"/>
            <a:ext cx="3720772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7"/>
              </a:lnSpc>
            </a:pPr>
            <a:r>
              <a:rPr lang="en-US" sz="23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 have some books on my desk.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48350" y="8806600"/>
            <a:ext cx="3720772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7"/>
              </a:lnSpc>
            </a:pPr>
            <a:r>
              <a:rPr lang="en-US" sz="23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Would you like some tea?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41289" y="4115240"/>
            <a:ext cx="4405421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70"/>
              </a:lnSpc>
            </a:pPr>
            <a:r>
              <a:rPr lang="en-US" sz="3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Requests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53073" y="7244500"/>
            <a:ext cx="4405421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70"/>
              </a:lnSpc>
            </a:pPr>
            <a:r>
              <a:rPr lang="en-US" sz="3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Uncountable Nouns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36712" y="5333158"/>
            <a:ext cx="3621540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7"/>
              </a:lnSpc>
            </a:pPr>
            <a:r>
              <a:rPr lang="en-US" sz="23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Can I have some water, please?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45014" y="8358925"/>
            <a:ext cx="3621540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7"/>
              </a:lnSpc>
            </a:pPr>
            <a:r>
              <a:rPr lang="en-US" sz="23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There is some milk in the fridge.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94755" y="4355942"/>
            <a:ext cx="4405421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70"/>
              </a:lnSpc>
            </a:pPr>
            <a:r>
              <a:rPr lang="en-US" sz="3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Plural Countables</a:t>
            </a:r>
          </a:p>
          <a:p>
            <a:pPr marL="0" lvl="0" indent="0" algn="ctr">
              <a:lnSpc>
                <a:spcPts val="4270"/>
              </a:lnSpc>
            </a:pPr>
            <a:r>
              <a:rPr lang="en-US" sz="3558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Çoğul Sayılabilirler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473208" y="7586634"/>
            <a:ext cx="4405421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70"/>
              </a:lnSpc>
            </a:pPr>
            <a:r>
              <a:rPr lang="en-US" sz="3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Unspecified Quantity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517832" y="5524527"/>
            <a:ext cx="4083351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7"/>
              </a:lnSpc>
            </a:pPr>
            <a:r>
              <a:rPr lang="en-US" sz="23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She bought some apples.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896285" y="8882034"/>
            <a:ext cx="387326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7"/>
              </a:lnSpc>
            </a:pPr>
            <a:r>
              <a:rPr lang="en-US" sz="23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 need some help with this.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96654" y="831692"/>
            <a:ext cx="7301656" cy="315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262"/>
              </a:lnSpc>
            </a:pPr>
            <a:r>
              <a:rPr lang="en-US" sz="6885" b="1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NE ZAMAN  "SOME"I KULLANIRIZ?</a:t>
            </a:r>
          </a:p>
        </p:txBody>
      </p:sp>
      <p:sp>
        <p:nvSpPr>
          <p:cNvPr id="15" name="AutoShape 15"/>
          <p:cNvSpPr/>
          <p:nvPr/>
        </p:nvSpPr>
        <p:spPr>
          <a:xfrm rot="-10800000">
            <a:off x="-611610" y="2250927"/>
            <a:ext cx="6001300" cy="0"/>
          </a:xfrm>
          <a:prstGeom prst="line">
            <a:avLst/>
          </a:prstGeom>
          <a:ln w="47625" cap="rnd">
            <a:solidFill>
              <a:srgbClr val="FFFFFF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 rot="-10800000">
            <a:off x="12898310" y="2250927"/>
            <a:ext cx="6169615" cy="0"/>
          </a:xfrm>
          <a:prstGeom prst="line">
            <a:avLst/>
          </a:prstGeom>
          <a:ln w="47625" cap="rnd">
            <a:solidFill>
              <a:srgbClr val="FFFFFF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11720733" y="4460717"/>
            <a:ext cx="0" cy="5826283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>
            <a:off x="6572073" y="4236276"/>
            <a:ext cx="0" cy="6290252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13276763" y="8175443"/>
            <a:ext cx="2987000" cy="432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</a:pPr>
            <a:r>
              <a:rPr lang="en-US" sz="2474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Belirtilmemiş Miktar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69402" y="9208849"/>
            <a:ext cx="4063097" cy="54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56"/>
              </a:lnSpc>
            </a:pPr>
            <a:r>
              <a:rPr lang="en-US" sz="3111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Biraz çay ister misin?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335688" y="8017841"/>
            <a:ext cx="1072849" cy="417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4"/>
              </a:lnSpc>
            </a:pPr>
            <a:r>
              <a:rPr lang="en-US" sz="2374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teklifler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344116" y="7701700"/>
            <a:ext cx="3830299" cy="56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6"/>
              </a:lnSpc>
            </a:pPr>
            <a:r>
              <a:rPr lang="en-US" sz="3154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Sayılamayan isimler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344116" y="9290776"/>
            <a:ext cx="3830299" cy="546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2"/>
              </a:lnSpc>
            </a:pPr>
            <a:r>
              <a:rPr lang="en-US" sz="3101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dolapta biraz süt var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686194" y="9339664"/>
            <a:ext cx="4293442" cy="369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1"/>
              </a:lnSpc>
            </a:pPr>
            <a:r>
              <a:rPr lang="en-US" sz="2122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bu konuda yardıma ihtiyacım var.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728773" y="6064898"/>
            <a:ext cx="3662319" cy="467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99"/>
              </a:lnSpc>
            </a:pPr>
            <a:r>
              <a:rPr lang="en-US" sz="2642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 biraz elma satın aldı.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68297" y="4575300"/>
            <a:ext cx="1556212" cy="61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</a:pPr>
            <a:r>
              <a:rPr lang="en-US" sz="3498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İstekler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713987" y="6193450"/>
            <a:ext cx="3066990" cy="69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</a:pPr>
            <a:r>
              <a:rPr lang="en-US" sz="1998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lütfen biraz su alabilir miyim?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854854" y="4851572"/>
            <a:ext cx="3046889" cy="550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80"/>
              </a:lnSpc>
            </a:pPr>
            <a:r>
              <a:rPr lang="en-US" sz="3128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olumlu cümleler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20928" y="6284329"/>
            <a:ext cx="4293849" cy="369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5"/>
              </a:lnSpc>
            </a:pPr>
            <a:r>
              <a:rPr lang="en-US" sz="2125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masamın üstünde biraz kitap var.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5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281751" y="2843085"/>
            <a:ext cx="2259191" cy="0"/>
          </a:xfrm>
          <a:prstGeom prst="line">
            <a:avLst/>
          </a:prstGeom>
          <a:ln w="47625" cap="rnd">
            <a:solidFill>
              <a:srgbClr val="FFFFFF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9281751" y="7432529"/>
            <a:ext cx="2259191" cy="0"/>
          </a:xfrm>
          <a:prstGeom prst="line">
            <a:avLst/>
          </a:prstGeom>
          <a:ln w="47625" cap="rnd">
            <a:solidFill>
              <a:srgbClr val="FFFFFF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631823" y="799671"/>
            <a:ext cx="8596223" cy="4134452"/>
          </a:xfrm>
          <a:custGeom>
            <a:avLst/>
            <a:gdLst/>
            <a:ahLst/>
            <a:cxnLst/>
            <a:rect l="l" t="t" r="r" b="b"/>
            <a:pathLst>
              <a:path w="8596223" h="4134452">
                <a:moveTo>
                  <a:pt x="0" y="0"/>
                </a:moveTo>
                <a:lnTo>
                  <a:pt x="8596224" y="0"/>
                </a:lnTo>
                <a:lnTo>
                  <a:pt x="8596224" y="4134452"/>
                </a:lnTo>
                <a:lnTo>
                  <a:pt x="0" y="41344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6" b="-9256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31823" y="5425355"/>
            <a:ext cx="8596223" cy="4061974"/>
          </a:xfrm>
          <a:custGeom>
            <a:avLst/>
            <a:gdLst/>
            <a:ahLst/>
            <a:cxnLst/>
            <a:rect l="l" t="t" r="r" b="b"/>
            <a:pathLst>
              <a:path w="8596223" h="4061974">
                <a:moveTo>
                  <a:pt x="0" y="0"/>
                </a:moveTo>
                <a:lnTo>
                  <a:pt x="8596224" y="0"/>
                </a:lnTo>
                <a:lnTo>
                  <a:pt x="8596224" y="4061974"/>
                </a:lnTo>
                <a:lnTo>
                  <a:pt x="0" y="40619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0313" b="-10313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2444427" y="6796963"/>
            <a:ext cx="3790173" cy="928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55"/>
              </a:lnSpc>
            </a:pPr>
            <a:r>
              <a:rPr lang="en-US" sz="6995" b="1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ANY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444427" y="2112269"/>
            <a:ext cx="3790173" cy="928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55"/>
              </a:lnSpc>
            </a:pPr>
            <a:r>
              <a:rPr lang="en-US" sz="6995" b="1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SOME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22851" y="3132901"/>
            <a:ext cx="4633326" cy="282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70"/>
              </a:lnSpc>
            </a:pPr>
            <a:r>
              <a:rPr lang="en-US" sz="170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Olumlu cümlelerde ve tekliflerde kullanılır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22851" y="7722346"/>
            <a:ext cx="4633326" cy="282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70"/>
              </a:lnSpc>
            </a:pPr>
            <a:r>
              <a:rPr lang="en-US" sz="170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Sorularda ve olumsuz cümlelerde kullanılır</a:t>
            </a: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5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286250" y="-114300"/>
            <a:ext cx="10515600" cy="10515600"/>
          </a:xfrm>
          <a:custGeom>
            <a:avLst/>
            <a:gdLst/>
            <a:ahLst/>
            <a:cxnLst/>
            <a:rect l="l" t="t" r="r" b="b"/>
            <a:pathLst>
              <a:path w="10515600" h="10515600">
                <a:moveTo>
                  <a:pt x="0" y="0"/>
                </a:moveTo>
                <a:lnTo>
                  <a:pt x="10515600" y="0"/>
                </a:lnTo>
                <a:lnTo>
                  <a:pt x="10515600" y="10515600"/>
                </a:lnTo>
                <a:lnTo>
                  <a:pt x="0" y="10515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418783" y="533589"/>
            <a:ext cx="8359970" cy="9219821"/>
          </a:xfrm>
          <a:custGeom>
            <a:avLst/>
            <a:gdLst/>
            <a:ahLst/>
            <a:cxnLst/>
            <a:rect l="l" t="t" r="r" b="b"/>
            <a:pathLst>
              <a:path w="8359970" h="9219821">
                <a:moveTo>
                  <a:pt x="0" y="0"/>
                </a:moveTo>
                <a:lnTo>
                  <a:pt x="8359970" y="0"/>
                </a:lnTo>
                <a:lnTo>
                  <a:pt x="8359970" y="9219822"/>
                </a:lnTo>
                <a:lnTo>
                  <a:pt x="0" y="92198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142" r="-5142"/>
            </a:stretch>
          </a:blipFill>
        </p:spPr>
      </p:sp>
      <p:sp>
        <p:nvSpPr>
          <p:cNvPr id="4" name="AutoShape 4"/>
          <p:cNvSpPr/>
          <p:nvPr/>
        </p:nvSpPr>
        <p:spPr>
          <a:xfrm rot="-10800000">
            <a:off x="10252456" y="6162349"/>
            <a:ext cx="4752531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rot="-10800000">
            <a:off x="10252456" y="7011878"/>
            <a:ext cx="4752531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7207567" y="3362092"/>
            <a:ext cx="10842308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4"/>
              </a:lnSpc>
            </a:pPr>
            <a:r>
              <a:rPr lang="en-US" sz="6995" b="1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ÖRNEK CÜMLELER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14811" y="5484530"/>
            <a:ext cx="5827821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75"/>
              </a:lnSpc>
            </a:pPr>
            <a:r>
              <a:rPr lang="en-US" sz="247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 have some books. (Bazı kitaplarım var.)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14811" y="6309494"/>
            <a:ext cx="5827821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75"/>
              </a:lnSpc>
            </a:pPr>
            <a:r>
              <a:rPr lang="en-US" sz="247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 don't have any books. (Hiç kitabım yok.)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14811" y="7134458"/>
            <a:ext cx="5827821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75"/>
              </a:lnSpc>
            </a:pPr>
            <a:r>
              <a:rPr lang="en-US" sz="247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Do you have any questions? (Hiç sorunuz var mı?)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5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865242" y="86424"/>
            <a:ext cx="9422758" cy="1884552"/>
          </a:xfrm>
          <a:custGeom>
            <a:avLst/>
            <a:gdLst/>
            <a:ahLst/>
            <a:cxnLst/>
            <a:rect l="l" t="t" r="r" b="b"/>
            <a:pathLst>
              <a:path w="9422758" h="1884552">
                <a:moveTo>
                  <a:pt x="0" y="0"/>
                </a:moveTo>
                <a:lnTo>
                  <a:pt x="9422758" y="0"/>
                </a:lnTo>
                <a:lnTo>
                  <a:pt x="9422758" y="1884552"/>
                </a:lnTo>
                <a:lnTo>
                  <a:pt x="0" y="18845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20032" y="7181847"/>
            <a:ext cx="1941717" cy="1941717"/>
          </a:xfrm>
          <a:custGeom>
            <a:avLst/>
            <a:gdLst/>
            <a:ahLst/>
            <a:cxnLst/>
            <a:rect l="l" t="t" r="r" b="b"/>
            <a:pathLst>
              <a:path w="1941717" h="1941717">
                <a:moveTo>
                  <a:pt x="0" y="0"/>
                </a:moveTo>
                <a:lnTo>
                  <a:pt x="1941718" y="0"/>
                </a:lnTo>
                <a:lnTo>
                  <a:pt x="1941718" y="1941717"/>
                </a:lnTo>
                <a:lnTo>
                  <a:pt x="0" y="19417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867504" y="5821210"/>
            <a:ext cx="9422758" cy="1884552"/>
          </a:xfrm>
          <a:custGeom>
            <a:avLst/>
            <a:gdLst/>
            <a:ahLst/>
            <a:cxnLst/>
            <a:rect l="l" t="t" r="r" b="b"/>
            <a:pathLst>
              <a:path w="9422758" h="1884552">
                <a:moveTo>
                  <a:pt x="0" y="0"/>
                </a:moveTo>
                <a:lnTo>
                  <a:pt x="9422758" y="0"/>
                </a:lnTo>
                <a:lnTo>
                  <a:pt x="9422758" y="1884552"/>
                </a:lnTo>
                <a:lnTo>
                  <a:pt x="0" y="18845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867504" y="1970976"/>
            <a:ext cx="9422758" cy="1884552"/>
          </a:xfrm>
          <a:custGeom>
            <a:avLst/>
            <a:gdLst/>
            <a:ahLst/>
            <a:cxnLst/>
            <a:rect l="l" t="t" r="r" b="b"/>
            <a:pathLst>
              <a:path w="9422758" h="1884552">
                <a:moveTo>
                  <a:pt x="0" y="0"/>
                </a:moveTo>
                <a:lnTo>
                  <a:pt x="9422758" y="0"/>
                </a:lnTo>
                <a:lnTo>
                  <a:pt x="9422758" y="1884551"/>
                </a:lnTo>
                <a:lnTo>
                  <a:pt x="0" y="18845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867504" y="3936659"/>
            <a:ext cx="9422758" cy="1884552"/>
          </a:xfrm>
          <a:custGeom>
            <a:avLst/>
            <a:gdLst/>
            <a:ahLst/>
            <a:cxnLst/>
            <a:rect l="l" t="t" r="r" b="b"/>
            <a:pathLst>
              <a:path w="9422758" h="1884552">
                <a:moveTo>
                  <a:pt x="0" y="0"/>
                </a:moveTo>
                <a:lnTo>
                  <a:pt x="9422758" y="0"/>
                </a:lnTo>
                <a:lnTo>
                  <a:pt x="9422758" y="1884551"/>
                </a:lnTo>
                <a:lnTo>
                  <a:pt x="0" y="18845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15" r="-431" b="-215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867504" y="7705762"/>
            <a:ext cx="9420496" cy="1884552"/>
          </a:xfrm>
          <a:custGeom>
            <a:avLst/>
            <a:gdLst/>
            <a:ahLst/>
            <a:cxnLst/>
            <a:rect l="l" t="t" r="r" b="b"/>
            <a:pathLst>
              <a:path w="9420496" h="1884552">
                <a:moveTo>
                  <a:pt x="0" y="0"/>
                </a:moveTo>
                <a:lnTo>
                  <a:pt x="9420496" y="0"/>
                </a:lnTo>
                <a:lnTo>
                  <a:pt x="9420496" y="1884551"/>
                </a:lnTo>
                <a:lnTo>
                  <a:pt x="0" y="18845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24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44880" y="3066726"/>
            <a:ext cx="5029317" cy="1739864"/>
          </a:xfrm>
          <a:custGeom>
            <a:avLst/>
            <a:gdLst/>
            <a:ahLst/>
            <a:cxnLst/>
            <a:rect l="l" t="t" r="r" b="b"/>
            <a:pathLst>
              <a:path w="5029317" h="1739864">
                <a:moveTo>
                  <a:pt x="0" y="0"/>
                </a:moveTo>
                <a:lnTo>
                  <a:pt x="5029317" y="0"/>
                </a:lnTo>
                <a:lnTo>
                  <a:pt x="5029317" y="1739865"/>
                </a:lnTo>
                <a:lnTo>
                  <a:pt x="0" y="17398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95391" b="-9367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81550" y="372710"/>
            <a:ext cx="7355976" cy="212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</a:pPr>
            <a:r>
              <a:rPr lang="en-US" sz="6999" b="1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THANK YOU FOR LISTEN ME!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1550" y="9210675"/>
            <a:ext cx="4218682" cy="745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1"/>
              </a:lnSpc>
            </a:pPr>
            <a:r>
              <a:rPr lang="en-US" sz="2122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şu sunumda hiç sütü ve parası olmayan adam için: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670</Words>
  <Application>Microsoft Office PowerPoint</Application>
  <PresentationFormat>Özel</PresentationFormat>
  <Paragraphs>110</Paragraphs>
  <Slides>14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7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22" baseType="lpstr">
      <vt:lpstr>Raleway Heavy</vt:lpstr>
      <vt:lpstr>Montserrat</vt:lpstr>
      <vt:lpstr>Raleway</vt:lpstr>
      <vt:lpstr>Calibri</vt:lpstr>
      <vt:lpstr>Arimo Bold</vt:lpstr>
      <vt:lpstr>Arial</vt:lpstr>
      <vt:lpstr>Raleway Bold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Thank You FOR listen me!</dc:title>
  <cp:lastModifiedBy>Yunus Emin Kalaycı</cp:lastModifiedBy>
  <cp:revision>2</cp:revision>
  <dcterms:created xsi:type="dcterms:W3CDTF">2006-08-16T00:00:00Z</dcterms:created>
  <dcterms:modified xsi:type="dcterms:W3CDTF">2026-04-03T17:47:09Z</dcterms:modified>
  <dc:identifier>DAHFzgKNcbo</dc:identifier>
</cp:coreProperties>
</file>